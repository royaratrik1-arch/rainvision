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9" r:id="rId2"/>
    <p:sldId id="268" r:id="rId3"/>
    <p:sldId id="267" r:id="rId4"/>
    <p:sldId id="259" r:id="rId5"/>
    <p:sldId id="261" r:id="rId6"/>
    <p:sldId id="27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EB6DF-D536-CA0D-9105-493AA6D93234}" v="673" dt="2026-09-01T16:36:43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nay Chandra" userId="S::3169119@tcs.com::e8d35c00-f96a-4b95-a526-5ed9652dc94e" providerId="AD" clId="Web-{661EB6DF-D536-CA0D-9105-493AA6D93234}"/>
    <pc:docChg chg="addSld delSld modSld sldOrd">
      <pc:chgData name="Anunay Chandra" userId="S::3169119@tcs.com::e8d35c00-f96a-4b95-a526-5ed9652dc94e" providerId="AD" clId="Web-{661EB6DF-D536-CA0D-9105-493AA6D93234}" dt="2026-09-01T16:36:43.787" v="657" actId="1076"/>
      <pc:docMkLst>
        <pc:docMk/>
      </pc:docMkLst>
      <pc:sldChg chg="del ord">
        <pc:chgData name="Anunay Chandra" userId="S::3169119@tcs.com::e8d35c00-f96a-4b95-a526-5ed9652dc94e" providerId="AD" clId="Web-{661EB6DF-D536-CA0D-9105-493AA6D93234}" dt="2026-09-01T16:34:53.725" v="638"/>
        <pc:sldMkLst>
          <pc:docMk/>
          <pc:sldMk cId="0" sldId="256"/>
        </pc:sldMkLst>
      </pc:sldChg>
      <pc:sldChg chg="modSp add del">
        <pc:chgData name="Anunay Chandra" userId="S::3169119@tcs.com::e8d35c00-f96a-4b95-a526-5ed9652dc94e" providerId="AD" clId="Web-{661EB6DF-D536-CA0D-9105-493AA6D93234}" dt="2026-09-01T16:34:53.725" v="639"/>
        <pc:sldMkLst>
          <pc:docMk/>
          <pc:sldMk cId="1531781908" sldId="257"/>
        </pc:sldMkLst>
        <pc:spChg chg="mod">
          <ac:chgData name="Anunay Chandra" userId="S::3169119@tcs.com::e8d35c00-f96a-4b95-a526-5ed9652dc94e" providerId="AD" clId="Web-{661EB6DF-D536-CA0D-9105-493AA6D93234}" dt="2026-09-01T13:57:10.136" v="56" actId="1076"/>
          <ac:spMkLst>
            <pc:docMk/>
            <pc:sldMk cId="1531781908" sldId="257"/>
            <ac:spMk id="14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7:10.152" v="57" actId="1076"/>
          <ac:spMkLst>
            <pc:docMk/>
            <pc:sldMk cId="1531781908" sldId="257"/>
            <ac:spMk id="15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7:10.168" v="58" actId="1076"/>
          <ac:spMkLst>
            <pc:docMk/>
            <pc:sldMk cId="1531781908" sldId="257"/>
            <ac:spMk id="16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7:10.183" v="59" actId="1076"/>
          <ac:spMkLst>
            <pc:docMk/>
            <pc:sldMk cId="1531781908" sldId="257"/>
            <ac:spMk id="17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7:10.199" v="60" actId="1076"/>
          <ac:spMkLst>
            <pc:docMk/>
            <pc:sldMk cId="1531781908" sldId="257"/>
            <ac:spMk id="18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7:10.199" v="61" actId="1076"/>
          <ac:spMkLst>
            <pc:docMk/>
            <pc:sldMk cId="1531781908" sldId="257"/>
            <ac:spMk id="19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7:10.215" v="62" actId="1076"/>
          <ac:spMkLst>
            <pc:docMk/>
            <pc:sldMk cId="1531781908" sldId="257"/>
            <ac:spMk id="20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7:10.230" v="63" actId="1076"/>
          <ac:spMkLst>
            <pc:docMk/>
            <pc:sldMk cId="1531781908" sldId="257"/>
            <ac:spMk id="21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8:00.215" v="76" actId="14100"/>
          <ac:spMkLst>
            <pc:docMk/>
            <pc:sldMk cId="1531781908" sldId="257"/>
            <ac:spMk id="24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7:33.824" v="67" actId="20577"/>
          <ac:spMkLst>
            <pc:docMk/>
            <pc:sldMk cId="1531781908" sldId="257"/>
            <ac:spMk id="25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7:43.934" v="68"/>
          <ac:spMkLst>
            <pc:docMk/>
            <pc:sldMk cId="1531781908" sldId="257"/>
            <ac:spMk id="26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8:00.215" v="75" actId="14100"/>
          <ac:spMkLst>
            <pc:docMk/>
            <pc:sldMk cId="1531781908" sldId="257"/>
            <ac:spMk id="28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3:58:00.215" v="74" actId="14100"/>
          <ac:spMkLst>
            <pc:docMk/>
            <pc:sldMk cId="1531781908" sldId="257"/>
            <ac:spMk id="29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7:21.370" v="333" actId="20577"/>
          <ac:spMkLst>
            <pc:docMk/>
            <pc:sldMk cId="1531781908" sldId="257"/>
            <ac:spMk id="33" creationId="{00000000-0000-0000-0000-000000000000}"/>
          </ac:spMkLst>
        </pc:spChg>
        <pc:picChg chg="mod">
          <ac:chgData name="Anunay Chandra" userId="S::3169119@tcs.com::e8d35c00-f96a-4b95-a526-5ed9652dc94e" providerId="AD" clId="Web-{661EB6DF-D536-CA0D-9105-493AA6D93234}" dt="2026-09-01T13:58:00.215" v="73" actId="14100"/>
          <ac:picMkLst>
            <pc:docMk/>
            <pc:sldMk cId="1531781908" sldId="257"/>
            <ac:picMk id="30" creationId="{00000000-0000-0000-0000-000000000000}"/>
          </ac:picMkLst>
        </pc:picChg>
      </pc:sldChg>
      <pc:sldChg chg="add del">
        <pc:chgData name="Anunay Chandra" userId="S::3169119@tcs.com::e8d35c00-f96a-4b95-a526-5ed9652dc94e" providerId="AD" clId="Web-{661EB6DF-D536-CA0D-9105-493AA6D93234}" dt="2026-09-01T16:34:53.725" v="637"/>
        <pc:sldMkLst>
          <pc:docMk/>
          <pc:sldMk cId="4084974627" sldId="258"/>
        </pc:sldMkLst>
      </pc:sldChg>
      <pc:sldChg chg="addSp delSp modSp add">
        <pc:chgData name="Anunay Chandra" userId="S::3169119@tcs.com::e8d35c00-f96a-4b95-a526-5ed9652dc94e" providerId="AD" clId="Web-{661EB6DF-D536-CA0D-9105-493AA6D93234}" dt="2026-09-01T15:54:25.259" v="601" actId="1076"/>
        <pc:sldMkLst>
          <pc:docMk/>
          <pc:sldMk cId="3370526528" sldId="259"/>
        </pc:sldMkLst>
        <pc:spChg chg="mod">
          <ac:chgData name="Anunay Chandra" userId="S::3169119@tcs.com::e8d35c00-f96a-4b95-a526-5ed9652dc94e" providerId="AD" clId="Web-{661EB6DF-D536-CA0D-9105-493AA6D93234}" dt="2026-09-01T15:54:25.243" v="600" actId="1076"/>
          <ac:spMkLst>
            <pc:docMk/>
            <pc:sldMk cId="3370526528" sldId="259"/>
            <ac:spMk id="2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5:54:25.259" v="601" actId="1076"/>
          <ac:spMkLst>
            <pc:docMk/>
            <pc:sldMk cId="3370526528" sldId="259"/>
            <ac:spMk id="3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636" v="277" actId="1076"/>
          <ac:spMkLst>
            <pc:docMk/>
            <pc:sldMk cId="3370526528" sldId="259"/>
            <ac:spMk id="4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651" v="278" actId="1076"/>
          <ac:spMkLst>
            <pc:docMk/>
            <pc:sldMk cId="3370526528" sldId="259"/>
            <ac:spMk id="5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682" v="279" actId="1076"/>
          <ac:spMkLst>
            <pc:docMk/>
            <pc:sldMk cId="3370526528" sldId="259"/>
            <ac:spMk id="6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698" v="280" actId="1076"/>
          <ac:spMkLst>
            <pc:docMk/>
            <pc:sldMk cId="3370526528" sldId="259"/>
            <ac:spMk id="7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44:38.539" v="463" actId="20577"/>
          <ac:spMkLst>
            <pc:docMk/>
            <pc:sldMk cId="3370526528" sldId="259"/>
            <ac:spMk id="8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45:27.353" v="464" actId="1076"/>
          <ac:spMkLst>
            <pc:docMk/>
            <pc:sldMk cId="3370526528" sldId="259"/>
            <ac:spMk id="9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745" v="283" actId="1076"/>
          <ac:spMkLst>
            <pc:docMk/>
            <pc:sldMk cId="3370526528" sldId="259"/>
            <ac:spMk id="10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761" v="284" actId="1076"/>
          <ac:spMkLst>
            <pc:docMk/>
            <pc:sldMk cId="3370526528" sldId="259"/>
            <ac:spMk id="11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792" v="285" actId="1076"/>
          <ac:spMkLst>
            <pc:docMk/>
            <pc:sldMk cId="3370526528" sldId="259"/>
            <ac:spMk id="12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807" v="286" actId="1076"/>
          <ac:spMkLst>
            <pc:docMk/>
            <pc:sldMk cId="3370526528" sldId="259"/>
            <ac:spMk id="13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823" v="287" actId="1076"/>
          <ac:spMkLst>
            <pc:docMk/>
            <pc:sldMk cId="3370526528" sldId="259"/>
            <ac:spMk id="14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839" v="288" actId="1076"/>
          <ac:spMkLst>
            <pc:docMk/>
            <pc:sldMk cId="3370526528" sldId="259"/>
            <ac:spMk id="15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854" v="289" actId="1076"/>
          <ac:spMkLst>
            <pc:docMk/>
            <pc:sldMk cId="3370526528" sldId="259"/>
            <ac:spMk id="16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886" v="290" actId="1076"/>
          <ac:spMkLst>
            <pc:docMk/>
            <pc:sldMk cId="3370526528" sldId="259"/>
            <ac:spMk id="17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901" v="291" actId="1076"/>
          <ac:spMkLst>
            <pc:docMk/>
            <pc:sldMk cId="3370526528" sldId="259"/>
            <ac:spMk id="18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917" v="292" actId="1076"/>
          <ac:spMkLst>
            <pc:docMk/>
            <pc:sldMk cId="3370526528" sldId="259"/>
            <ac:spMk id="19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932" v="293" actId="1076"/>
          <ac:spMkLst>
            <pc:docMk/>
            <pc:sldMk cId="3370526528" sldId="259"/>
            <ac:spMk id="20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948" v="294" actId="1076"/>
          <ac:spMkLst>
            <pc:docMk/>
            <pc:sldMk cId="3370526528" sldId="259"/>
            <ac:spMk id="21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964" v="295" actId="1076"/>
          <ac:spMkLst>
            <pc:docMk/>
            <pc:sldMk cId="3370526528" sldId="259"/>
            <ac:spMk id="22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5.979" v="296" actId="1076"/>
          <ac:spMkLst>
            <pc:docMk/>
            <pc:sldMk cId="3370526528" sldId="259"/>
            <ac:spMk id="23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011" v="297" actId="1076"/>
          <ac:spMkLst>
            <pc:docMk/>
            <pc:sldMk cId="3370526528" sldId="259"/>
            <ac:spMk id="24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026" v="298" actId="1076"/>
          <ac:spMkLst>
            <pc:docMk/>
            <pc:sldMk cId="3370526528" sldId="259"/>
            <ac:spMk id="25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042" v="299" actId="1076"/>
          <ac:spMkLst>
            <pc:docMk/>
            <pc:sldMk cId="3370526528" sldId="259"/>
            <ac:spMk id="26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057" v="300" actId="1076"/>
          <ac:spMkLst>
            <pc:docMk/>
            <pc:sldMk cId="3370526528" sldId="259"/>
            <ac:spMk id="27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073" v="301" actId="1076"/>
          <ac:spMkLst>
            <pc:docMk/>
            <pc:sldMk cId="3370526528" sldId="259"/>
            <ac:spMk id="28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104" v="302" actId="1076"/>
          <ac:spMkLst>
            <pc:docMk/>
            <pc:sldMk cId="3370526528" sldId="259"/>
            <ac:spMk id="29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120" v="303" actId="1076"/>
          <ac:spMkLst>
            <pc:docMk/>
            <pc:sldMk cId="3370526528" sldId="259"/>
            <ac:spMk id="30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136" v="304" actId="1076"/>
          <ac:spMkLst>
            <pc:docMk/>
            <pc:sldMk cId="3370526528" sldId="259"/>
            <ac:spMk id="31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151" v="305" actId="1076"/>
          <ac:spMkLst>
            <pc:docMk/>
            <pc:sldMk cId="3370526528" sldId="259"/>
            <ac:spMk id="32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167" v="306" actId="1076"/>
          <ac:spMkLst>
            <pc:docMk/>
            <pc:sldMk cId="3370526528" sldId="259"/>
            <ac:spMk id="33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182" v="307" actId="1076"/>
          <ac:spMkLst>
            <pc:docMk/>
            <pc:sldMk cId="3370526528" sldId="259"/>
            <ac:spMk id="34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214" v="308" actId="1076"/>
          <ac:spMkLst>
            <pc:docMk/>
            <pc:sldMk cId="3370526528" sldId="259"/>
            <ac:spMk id="35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42:20.069" v="435" actId="1076"/>
          <ac:spMkLst>
            <pc:docMk/>
            <pc:sldMk cId="3370526528" sldId="259"/>
            <ac:spMk id="36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245" v="310" actId="1076"/>
          <ac:spMkLst>
            <pc:docMk/>
            <pc:sldMk cId="3370526528" sldId="259"/>
            <ac:spMk id="37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36:11.818" v="359" actId="1076"/>
          <ac:spMkLst>
            <pc:docMk/>
            <pc:sldMk cId="3370526528" sldId="259"/>
            <ac:spMk id="38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44:13.116" v="461"/>
          <ac:spMkLst>
            <pc:docMk/>
            <pc:sldMk cId="3370526528" sldId="259"/>
            <ac:spMk id="39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323" v="314" actId="1076"/>
          <ac:spMkLst>
            <pc:docMk/>
            <pc:sldMk cId="3370526528" sldId="259"/>
            <ac:spMk id="41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44:13.132" v="462"/>
          <ac:spMkLst>
            <pc:docMk/>
            <pc:sldMk cId="3370526528" sldId="259"/>
            <ac:spMk id="42" creationId="{00000000-0000-0000-0000-000000000000}"/>
          </ac:spMkLst>
        </pc:spChg>
        <pc:spChg chg="add del mod">
          <ac:chgData name="Anunay Chandra" userId="S::3169119@tcs.com::e8d35c00-f96a-4b95-a526-5ed9652dc94e" providerId="AD" clId="Web-{661EB6DF-D536-CA0D-9105-493AA6D93234}" dt="2026-09-01T14:42:24.850" v="438"/>
          <ac:spMkLst>
            <pc:docMk/>
            <pc:sldMk cId="3370526528" sldId="259"/>
            <ac:spMk id="44" creationId="{00000000-0000-0000-0000-000000000000}"/>
          </ac:spMkLst>
        </pc:spChg>
        <pc:spChg chg="del mod">
          <ac:chgData name="Anunay Chandra" userId="S::3169119@tcs.com::e8d35c00-f96a-4b95-a526-5ed9652dc94e" providerId="AD" clId="Web-{661EB6DF-D536-CA0D-9105-493AA6D93234}" dt="2026-09-01T14:42:24.850" v="437"/>
          <ac:spMkLst>
            <pc:docMk/>
            <pc:sldMk cId="3370526528" sldId="259"/>
            <ac:spMk id="45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417" v="319" actId="1076"/>
          <ac:spMkLst>
            <pc:docMk/>
            <pc:sldMk cId="3370526528" sldId="259"/>
            <ac:spMk id="46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432" v="320" actId="1076"/>
          <ac:spMkLst>
            <pc:docMk/>
            <pc:sldMk cId="3370526528" sldId="259"/>
            <ac:spMk id="47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36:42.724" v="365" actId="20577"/>
          <ac:spMkLst>
            <pc:docMk/>
            <pc:sldMk cId="3370526528" sldId="259"/>
            <ac:spMk id="48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36:49.521" v="366" actId="1076"/>
          <ac:spMkLst>
            <pc:docMk/>
            <pc:sldMk cId="3370526528" sldId="259"/>
            <ac:spMk id="50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36:53.912" v="367" actId="1076"/>
          <ac:spMkLst>
            <pc:docMk/>
            <pc:sldMk cId="3370526528" sldId="259"/>
            <ac:spMk id="51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542" v="325" actId="1076"/>
          <ac:spMkLst>
            <pc:docMk/>
            <pc:sldMk cId="3370526528" sldId="259"/>
            <ac:spMk id="52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6:46.557" v="326" actId="1076"/>
          <ac:spMkLst>
            <pc:docMk/>
            <pc:sldMk cId="3370526528" sldId="259"/>
            <ac:spMk id="53" creationId="{00000000-0000-0000-0000-000000000000}"/>
          </ac:spMkLst>
        </pc:spChg>
        <pc:spChg chg="mod">
          <ac:chgData name="Anunay Chandra" userId="S::3169119@tcs.com::e8d35c00-f96a-4b95-a526-5ed9652dc94e" providerId="AD" clId="Web-{661EB6DF-D536-CA0D-9105-493AA6D93234}" dt="2026-09-01T14:27:39.918" v="334" actId="1076"/>
          <ac:spMkLst>
            <pc:docMk/>
            <pc:sldMk cId="3370526528" sldId="259"/>
            <ac:spMk id="54" creationId="{00000000-0000-0000-0000-000000000000}"/>
          </ac:spMkLst>
        </pc:spChg>
        <pc:spChg chg="add mod">
          <ac:chgData name="Anunay Chandra" userId="S::3169119@tcs.com::e8d35c00-f96a-4b95-a526-5ed9652dc94e" providerId="AD" clId="Web-{661EB6DF-D536-CA0D-9105-493AA6D93234}" dt="2026-09-01T14:26:46.589" v="328" actId="1076"/>
          <ac:spMkLst>
            <pc:docMk/>
            <pc:sldMk cId="3370526528" sldId="259"/>
            <ac:spMk id="56" creationId="{ED9E126D-061B-D281-5855-FD3909D4D6C9}"/>
          </ac:spMkLst>
        </pc:spChg>
        <pc:spChg chg="add mod ord">
          <ac:chgData name="Anunay Chandra" userId="S::3169119@tcs.com::e8d35c00-f96a-4b95-a526-5ed9652dc94e" providerId="AD" clId="Web-{661EB6DF-D536-CA0D-9105-493AA6D93234}" dt="2026-09-01T14:26:45.604" v="276" actId="1076"/>
          <ac:spMkLst>
            <pc:docMk/>
            <pc:sldMk cId="3370526528" sldId="259"/>
            <ac:spMk id="57" creationId="{9D626B08-D2B0-BEED-9AA5-E22CC641437B}"/>
          </ac:spMkLst>
        </pc:spChg>
        <pc:spChg chg="add del mod ord">
          <ac:chgData name="Anunay Chandra" userId="S::3169119@tcs.com::e8d35c00-f96a-4b95-a526-5ed9652dc94e" providerId="AD" clId="Web-{661EB6DF-D536-CA0D-9105-493AA6D93234}" dt="2026-09-01T14:24:28.573" v="218"/>
          <ac:spMkLst>
            <pc:docMk/>
            <pc:sldMk cId="3370526528" sldId="259"/>
            <ac:spMk id="58" creationId="{272082B0-6BE5-B793-70A6-FDD8DD97D551}"/>
          </ac:spMkLst>
        </pc:spChg>
        <pc:spChg chg="add del mod">
          <ac:chgData name="Anunay Chandra" userId="S::3169119@tcs.com::e8d35c00-f96a-4b95-a526-5ed9652dc94e" providerId="AD" clId="Web-{661EB6DF-D536-CA0D-9105-493AA6D93234}" dt="2026-09-01T14:38:13.537" v="370"/>
          <ac:spMkLst>
            <pc:docMk/>
            <pc:sldMk cId="3370526528" sldId="259"/>
            <ac:spMk id="60" creationId="{A4C6A646-B0C1-BFFE-4DD9-0B0362D0E77E}"/>
          </ac:spMkLst>
        </pc:spChg>
        <pc:spChg chg="add mod">
          <ac:chgData name="Anunay Chandra" userId="S::3169119@tcs.com::e8d35c00-f96a-4b95-a526-5ed9652dc94e" providerId="AD" clId="Web-{661EB6DF-D536-CA0D-9105-493AA6D93234}" dt="2026-09-01T14:40:15.616" v="408" actId="1076"/>
          <ac:spMkLst>
            <pc:docMk/>
            <pc:sldMk cId="3370526528" sldId="259"/>
            <ac:spMk id="61" creationId="{D588CA62-8EDC-A215-8118-40A881FBA396}"/>
          </ac:spMkLst>
        </pc:spChg>
        <pc:spChg chg="add mod">
          <ac:chgData name="Anunay Chandra" userId="S::3169119@tcs.com::e8d35c00-f96a-4b95-a526-5ed9652dc94e" providerId="AD" clId="Web-{661EB6DF-D536-CA0D-9105-493AA6D93234}" dt="2026-09-01T14:43:56.350" v="456" actId="1076"/>
          <ac:spMkLst>
            <pc:docMk/>
            <pc:sldMk cId="3370526528" sldId="259"/>
            <ac:spMk id="63" creationId="{5CC09C2F-3FAB-2004-7896-8DF1AB8CFDDD}"/>
          </ac:spMkLst>
        </pc:spChg>
        <pc:spChg chg="add mod">
          <ac:chgData name="Anunay Chandra" userId="S::3169119@tcs.com::e8d35c00-f96a-4b95-a526-5ed9652dc94e" providerId="AD" clId="Web-{661EB6DF-D536-CA0D-9105-493AA6D93234}" dt="2026-09-01T14:43:56.366" v="457" actId="1076"/>
          <ac:spMkLst>
            <pc:docMk/>
            <pc:sldMk cId="3370526528" sldId="259"/>
            <ac:spMk id="65" creationId="{8D5DCAE4-896A-7E13-3FDD-314207D42738}"/>
          </ac:spMkLst>
        </pc:spChg>
        <pc:spChg chg="add mod">
          <ac:chgData name="Anunay Chandra" userId="S::3169119@tcs.com::e8d35c00-f96a-4b95-a526-5ed9652dc94e" providerId="AD" clId="Web-{661EB6DF-D536-CA0D-9105-493AA6D93234}" dt="2026-09-01T14:43:56.397" v="458" actId="1076"/>
          <ac:spMkLst>
            <pc:docMk/>
            <pc:sldMk cId="3370526528" sldId="259"/>
            <ac:spMk id="67" creationId="{BD5BD469-2103-F56B-DDF6-3AC6D3E8BCD9}"/>
          </ac:spMkLst>
        </pc:spChg>
        <pc:spChg chg="add mod">
          <ac:chgData name="Anunay Chandra" userId="S::3169119@tcs.com::e8d35c00-f96a-4b95-a526-5ed9652dc94e" providerId="AD" clId="Web-{661EB6DF-D536-CA0D-9105-493AA6D93234}" dt="2026-09-01T14:43:56.413" v="459" actId="1076"/>
          <ac:spMkLst>
            <pc:docMk/>
            <pc:sldMk cId="3370526528" sldId="259"/>
            <ac:spMk id="69" creationId="{446F3707-3962-EE28-3AF5-78EF27637AF5}"/>
          </ac:spMkLst>
        </pc:spChg>
        <pc:spChg chg="add mod">
          <ac:chgData name="Anunay Chandra" userId="S::3169119@tcs.com::e8d35c00-f96a-4b95-a526-5ed9652dc94e" providerId="AD" clId="Web-{661EB6DF-D536-CA0D-9105-493AA6D93234}" dt="2026-09-01T14:43:56.429" v="460" actId="1076"/>
          <ac:spMkLst>
            <pc:docMk/>
            <pc:sldMk cId="3370526528" sldId="259"/>
            <ac:spMk id="71" creationId="{FC59501A-2AB4-2762-C2E1-C743263D3CE6}"/>
          </ac:spMkLst>
        </pc:spChg>
        <pc:picChg chg="mod">
          <ac:chgData name="Anunay Chandra" userId="S::3169119@tcs.com::e8d35c00-f96a-4b95-a526-5ed9652dc94e" providerId="AD" clId="Web-{661EB6DF-D536-CA0D-9105-493AA6D93234}" dt="2026-09-01T14:26:46.307" v="313" actId="1076"/>
          <ac:picMkLst>
            <pc:docMk/>
            <pc:sldMk cId="3370526528" sldId="259"/>
            <ac:picMk id="40" creationId="{00000000-0000-0000-0000-000000000000}"/>
          </ac:picMkLst>
        </pc:picChg>
        <pc:picChg chg="mod">
          <ac:chgData name="Anunay Chandra" userId="S::3169119@tcs.com::e8d35c00-f96a-4b95-a526-5ed9652dc94e" providerId="AD" clId="Web-{661EB6DF-D536-CA0D-9105-493AA6D93234}" dt="2026-09-01T14:26:46.354" v="316" actId="1076"/>
          <ac:picMkLst>
            <pc:docMk/>
            <pc:sldMk cId="3370526528" sldId="259"/>
            <ac:picMk id="43" creationId="{00000000-0000-0000-0000-000000000000}"/>
          </ac:picMkLst>
        </pc:picChg>
        <pc:picChg chg="mod">
          <ac:chgData name="Anunay Chandra" userId="S::3169119@tcs.com::e8d35c00-f96a-4b95-a526-5ed9652dc94e" providerId="AD" clId="Web-{661EB6DF-D536-CA0D-9105-493AA6D93234}" dt="2026-09-01T14:35:12.036" v="358" actId="1076"/>
          <ac:picMkLst>
            <pc:docMk/>
            <pc:sldMk cId="3370526528" sldId="259"/>
            <ac:picMk id="49" creationId="{00000000-0000-0000-0000-000000000000}"/>
          </ac:picMkLst>
        </pc:picChg>
      </pc:sldChg>
      <pc:sldChg chg="add del">
        <pc:chgData name="Anunay Chandra" userId="S::3169119@tcs.com::e8d35c00-f96a-4b95-a526-5ed9652dc94e" providerId="AD" clId="Web-{661EB6DF-D536-CA0D-9105-493AA6D93234}" dt="2026-09-01T16:34:53.725" v="636"/>
        <pc:sldMkLst>
          <pc:docMk/>
          <pc:sldMk cId="3497655435" sldId="260"/>
        </pc:sldMkLst>
      </pc:sldChg>
      <pc:sldChg chg="addSp delSp modSp new ord">
        <pc:chgData name="Anunay Chandra" userId="S::3169119@tcs.com::e8d35c00-f96a-4b95-a526-5ed9652dc94e" providerId="AD" clId="Web-{661EB6DF-D536-CA0D-9105-493AA6D93234}" dt="2026-09-01T16:31:27.821" v="625" actId="1076"/>
        <pc:sldMkLst>
          <pc:docMk/>
          <pc:sldMk cId="3509121133" sldId="261"/>
        </pc:sldMkLst>
        <pc:spChg chg="del">
          <ac:chgData name="Anunay Chandra" userId="S::3169119@tcs.com::e8d35c00-f96a-4b95-a526-5ed9652dc94e" providerId="AD" clId="Web-{661EB6DF-D536-CA0D-9105-493AA6D93234}" dt="2026-09-01T15:11:04.016" v="492"/>
          <ac:spMkLst>
            <pc:docMk/>
            <pc:sldMk cId="3509121133" sldId="261"/>
            <ac:spMk id="2" creationId="{61E5933C-61DE-3CA8-D76A-7CEB267BA87A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16" v="491"/>
          <ac:spMkLst>
            <pc:docMk/>
            <pc:sldMk cId="3509121133" sldId="261"/>
            <ac:spMk id="3" creationId="{2A10D8A3-B43C-3C78-137C-E1ED3CE23395}"/>
          </ac:spMkLst>
        </pc:spChg>
        <pc:spChg chg="del">
          <ac:chgData name="Anunay Chandra" userId="S::3169119@tcs.com::e8d35c00-f96a-4b95-a526-5ed9652dc94e" providerId="AD" clId="Web-{661EB6DF-D536-CA0D-9105-493AA6D93234}" dt="2026-09-01T15:11:04.016" v="490"/>
          <ac:spMkLst>
            <pc:docMk/>
            <pc:sldMk cId="3509121133" sldId="261"/>
            <ac:spMk id="4" creationId="{93A15793-89AD-AA40-3E78-54E666B99F70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16" v="489"/>
          <ac:spMkLst>
            <pc:docMk/>
            <pc:sldMk cId="3509121133" sldId="261"/>
            <ac:spMk id="5" creationId="{C16999B3-3E1A-2AD4-B12E-4C225A9FE4B2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16" v="488"/>
          <ac:spMkLst>
            <pc:docMk/>
            <pc:sldMk cId="3509121133" sldId="261"/>
            <ac:spMk id="6" creationId="{59B90724-19C7-9E0B-FD2B-15711ED53AC9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16" v="487"/>
          <ac:spMkLst>
            <pc:docMk/>
            <pc:sldMk cId="3509121133" sldId="261"/>
            <ac:spMk id="7" creationId="{7BD10296-BADB-F7ED-91D9-4DC924B780B9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16" v="485"/>
          <ac:spMkLst>
            <pc:docMk/>
            <pc:sldMk cId="3509121133" sldId="261"/>
            <ac:spMk id="9" creationId="{1764D597-9896-C726-AD40-BC40C02AD15A}"/>
          </ac:spMkLst>
        </pc:spChg>
        <pc:spChg chg="del">
          <ac:chgData name="Anunay Chandra" userId="S::3169119@tcs.com::e8d35c00-f96a-4b95-a526-5ed9652dc94e" providerId="AD" clId="Web-{661EB6DF-D536-CA0D-9105-493AA6D93234}" dt="2026-09-01T15:11:04.016" v="484"/>
          <ac:spMkLst>
            <pc:docMk/>
            <pc:sldMk cId="3509121133" sldId="261"/>
            <ac:spMk id="10" creationId="{E99FB433-DDA0-5596-6F72-64151B1CB494}"/>
          </ac:spMkLst>
        </pc:spChg>
        <pc:spChg chg="del">
          <ac:chgData name="Anunay Chandra" userId="S::3169119@tcs.com::e8d35c00-f96a-4b95-a526-5ed9652dc94e" providerId="AD" clId="Web-{661EB6DF-D536-CA0D-9105-493AA6D93234}" dt="2026-09-01T15:11:04.016" v="482"/>
          <ac:spMkLst>
            <pc:docMk/>
            <pc:sldMk cId="3509121133" sldId="261"/>
            <ac:spMk id="12" creationId="{3E8FB9DA-EF1D-832F-1737-AE91775365B5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16" v="481"/>
          <ac:spMkLst>
            <pc:docMk/>
            <pc:sldMk cId="3509121133" sldId="261"/>
            <ac:spMk id="13" creationId="{9BAE3B62-F762-E0C8-50AD-F796A0779A27}"/>
          </ac:spMkLst>
        </pc:spChg>
        <pc:spChg chg="del">
          <ac:chgData name="Anunay Chandra" userId="S::3169119@tcs.com::e8d35c00-f96a-4b95-a526-5ed9652dc94e" providerId="AD" clId="Web-{661EB6DF-D536-CA0D-9105-493AA6D93234}" dt="2026-09-01T15:11:04.016" v="480"/>
          <ac:spMkLst>
            <pc:docMk/>
            <pc:sldMk cId="3509121133" sldId="261"/>
            <ac:spMk id="14" creationId="{01F7CFF7-5239-E16E-5592-9CB71C59BB58}"/>
          </ac:spMkLst>
        </pc:spChg>
        <pc:spChg chg="del">
          <ac:chgData name="Anunay Chandra" userId="S::3169119@tcs.com::e8d35c00-f96a-4b95-a526-5ed9652dc94e" providerId="AD" clId="Web-{661EB6DF-D536-CA0D-9105-493AA6D93234}" dt="2026-09-01T15:11:04.016" v="479"/>
          <ac:spMkLst>
            <pc:docMk/>
            <pc:sldMk cId="3509121133" sldId="261"/>
            <ac:spMk id="15" creationId="{1539D153-4BC1-41B5-F4C9-0148CB23CC2E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16" v="478"/>
          <ac:spMkLst>
            <pc:docMk/>
            <pc:sldMk cId="3509121133" sldId="261"/>
            <ac:spMk id="16" creationId="{E631D43F-E7AB-D823-CA20-4A695E1F53DB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16" v="477"/>
          <ac:spMkLst>
            <pc:docMk/>
            <pc:sldMk cId="3509121133" sldId="261"/>
            <ac:spMk id="17" creationId="{2A0E9578-580E-F340-5977-F61EBAE35D59}"/>
          </ac:spMkLst>
        </pc:spChg>
        <pc:spChg chg="del">
          <ac:chgData name="Anunay Chandra" userId="S::3169119@tcs.com::e8d35c00-f96a-4b95-a526-5ed9652dc94e" providerId="AD" clId="Web-{661EB6DF-D536-CA0D-9105-493AA6D93234}" dt="2026-09-01T15:11:04.016" v="476"/>
          <ac:spMkLst>
            <pc:docMk/>
            <pc:sldMk cId="3509121133" sldId="261"/>
            <ac:spMk id="18" creationId="{0C923200-BDA7-FE07-482B-686DFA195631}"/>
          </ac:spMkLst>
        </pc:spChg>
        <pc:spChg chg="del">
          <ac:chgData name="Anunay Chandra" userId="S::3169119@tcs.com::e8d35c00-f96a-4b95-a526-5ed9652dc94e" providerId="AD" clId="Web-{661EB6DF-D536-CA0D-9105-493AA6D93234}" dt="2026-09-01T15:11:04.016" v="475"/>
          <ac:spMkLst>
            <pc:docMk/>
            <pc:sldMk cId="3509121133" sldId="261"/>
            <ac:spMk id="19" creationId="{12C4A54A-C0BD-74DD-56A9-F118217D2F66}"/>
          </ac:spMkLst>
        </pc:spChg>
        <pc:spChg chg="del">
          <ac:chgData name="Anunay Chandra" userId="S::3169119@tcs.com::e8d35c00-f96a-4b95-a526-5ed9652dc94e" providerId="AD" clId="Web-{661EB6DF-D536-CA0D-9105-493AA6D93234}" dt="2026-09-01T15:11:04.016" v="474"/>
          <ac:spMkLst>
            <pc:docMk/>
            <pc:sldMk cId="3509121133" sldId="261"/>
            <ac:spMk id="20" creationId="{28057FC7-734B-E871-3210-05E53607CFA6}"/>
          </ac:spMkLst>
        </pc:spChg>
        <pc:spChg chg="del">
          <ac:chgData name="Anunay Chandra" userId="S::3169119@tcs.com::e8d35c00-f96a-4b95-a526-5ed9652dc94e" providerId="AD" clId="Web-{661EB6DF-D536-CA0D-9105-493AA6D93234}" dt="2026-09-01T15:11:04.016" v="472"/>
          <ac:spMkLst>
            <pc:docMk/>
            <pc:sldMk cId="3509121133" sldId="261"/>
            <ac:spMk id="22" creationId="{FB4663E9-D54E-BBA1-E681-1B15234099A4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01" v="471"/>
          <ac:spMkLst>
            <pc:docMk/>
            <pc:sldMk cId="3509121133" sldId="261"/>
            <ac:spMk id="23" creationId="{ED1344A5-42B9-921E-BE63-45DE3F297AB1}"/>
          </ac:spMkLst>
        </pc:spChg>
        <pc:spChg chg="del">
          <ac:chgData name="Anunay Chandra" userId="S::3169119@tcs.com::e8d35c00-f96a-4b95-a526-5ed9652dc94e" providerId="AD" clId="Web-{661EB6DF-D536-CA0D-9105-493AA6D93234}" dt="2026-09-01T15:11:04.001" v="469"/>
          <ac:spMkLst>
            <pc:docMk/>
            <pc:sldMk cId="3509121133" sldId="261"/>
            <ac:spMk id="25" creationId="{F9776E7C-2664-33C9-AAC8-847F16E9AB37}"/>
          </ac:spMkLst>
        </pc:spChg>
        <pc:spChg chg="add del">
          <ac:chgData name="Anunay Chandra" userId="S::3169119@tcs.com::e8d35c00-f96a-4b95-a526-5ed9652dc94e" providerId="AD" clId="Web-{661EB6DF-D536-CA0D-9105-493AA6D93234}" dt="2026-09-01T15:11:04.001" v="468"/>
          <ac:spMkLst>
            <pc:docMk/>
            <pc:sldMk cId="3509121133" sldId="261"/>
            <ac:spMk id="26" creationId="{9FC5369A-B5A2-C260-C6F8-8A06BA47F5C7}"/>
          </ac:spMkLst>
        </pc:spChg>
        <pc:spChg chg="add mod">
          <ac:chgData name="Anunay Chandra" userId="S::3169119@tcs.com::e8d35c00-f96a-4b95-a526-5ed9652dc94e" providerId="AD" clId="Web-{661EB6DF-D536-CA0D-9105-493AA6D93234}" dt="2026-09-01T15:54:32.415" v="602" actId="1076"/>
          <ac:spMkLst>
            <pc:docMk/>
            <pc:sldMk cId="3509121133" sldId="261"/>
            <ac:spMk id="27" creationId="{1480F112-42A5-FE88-FE83-144AA053B8ED}"/>
          </ac:spMkLst>
        </pc:spChg>
        <pc:spChg chg="add mod">
          <ac:chgData name="Anunay Chandra" userId="S::3169119@tcs.com::e8d35c00-f96a-4b95-a526-5ed9652dc94e" providerId="AD" clId="Web-{661EB6DF-D536-CA0D-9105-493AA6D93234}" dt="2026-09-01T15:54:32.431" v="603" actId="1076"/>
          <ac:spMkLst>
            <pc:docMk/>
            <pc:sldMk cId="3509121133" sldId="261"/>
            <ac:spMk id="28" creationId="{73679468-E196-6603-FB98-25D08E17BE33}"/>
          </ac:spMkLst>
        </pc:spChg>
        <pc:spChg chg="add mod">
          <ac:chgData name="Anunay Chandra" userId="S::3169119@tcs.com::e8d35c00-f96a-4b95-a526-5ed9652dc94e" providerId="AD" clId="Web-{661EB6DF-D536-CA0D-9105-493AA6D93234}" dt="2026-09-01T15:15:17.126" v="510"/>
          <ac:spMkLst>
            <pc:docMk/>
            <pc:sldMk cId="3509121133" sldId="261"/>
            <ac:spMk id="29" creationId="{2EFEC84E-6285-3B39-26F9-1E3BBA2A2078}"/>
          </ac:spMkLst>
        </pc:spChg>
        <pc:spChg chg="add mod">
          <ac:chgData name="Anunay Chandra" userId="S::3169119@tcs.com::e8d35c00-f96a-4b95-a526-5ed9652dc94e" providerId="AD" clId="Web-{661EB6DF-D536-CA0D-9105-493AA6D93234}" dt="2026-09-01T15:15:25.157" v="512"/>
          <ac:spMkLst>
            <pc:docMk/>
            <pc:sldMk cId="3509121133" sldId="261"/>
            <ac:spMk id="30" creationId="{BCFB7E69-0AA2-7028-651C-5D01E0143761}"/>
          </ac:spMkLst>
        </pc:spChg>
        <pc:spChg chg="mod">
          <ac:chgData name="Anunay Chandra" userId="S::3169119@tcs.com::e8d35c00-f96a-4b95-a526-5ed9652dc94e" providerId="AD" clId="Web-{661EB6DF-D536-CA0D-9105-493AA6D93234}" dt="2026-09-01T15:15:08.626" v="506"/>
          <ac:spMkLst>
            <pc:docMk/>
            <pc:sldMk cId="3509121133" sldId="261"/>
            <ac:spMk id="31" creationId="{79D85CFB-3E11-B929-A8D6-60C8670EFBB0}"/>
          </ac:spMkLst>
        </pc:spChg>
        <pc:spChg chg="add mod">
          <ac:chgData name="Anunay Chandra" userId="S::3169119@tcs.com::e8d35c00-f96a-4b95-a526-5ed9652dc94e" providerId="AD" clId="Web-{661EB6DF-D536-CA0D-9105-493AA6D93234}" dt="2026-09-01T15:15:31.923" v="513" actId="1076"/>
          <ac:spMkLst>
            <pc:docMk/>
            <pc:sldMk cId="3509121133" sldId="261"/>
            <ac:spMk id="32" creationId="{FCEE7B3F-92C5-578E-2C7F-C7DED5D9F0C6}"/>
          </ac:spMkLst>
        </pc:spChg>
        <pc:spChg chg="mod">
          <ac:chgData name="Anunay Chandra" userId="S::3169119@tcs.com::e8d35c00-f96a-4b95-a526-5ed9652dc94e" providerId="AD" clId="Web-{661EB6DF-D536-CA0D-9105-493AA6D93234}" dt="2026-09-01T15:19:46.642" v="586" actId="1076"/>
          <ac:spMkLst>
            <pc:docMk/>
            <pc:sldMk cId="3509121133" sldId="261"/>
            <ac:spMk id="34" creationId="{EBBDEFDE-0555-DC8E-1FBE-42C363BBD9A5}"/>
          </ac:spMkLst>
        </pc:spChg>
        <pc:spChg chg="del mod">
          <ac:chgData name="Anunay Chandra" userId="S::3169119@tcs.com::e8d35c00-f96a-4b95-a526-5ed9652dc94e" providerId="AD" clId="Web-{661EB6DF-D536-CA0D-9105-493AA6D93234}" dt="2026-09-01T15:16:09.798" v="519"/>
          <ac:spMkLst>
            <pc:docMk/>
            <pc:sldMk cId="3509121133" sldId="261"/>
            <ac:spMk id="35" creationId="{7BF36ED8-E8B5-4BC8-7423-047C6DCC484C}"/>
          </ac:spMkLst>
        </pc:spChg>
        <pc:spChg chg="mod">
          <ac:chgData name="Anunay Chandra" userId="S::3169119@tcs.com::e8d35c00-f96a-4b95-a526-5ed9652dc94e" providerId="AD" clId="Web-{661EB6DF-D536-CA0D-9105-493AA6D93234}" dt="2026-09-01T15:17:37.689" v="533" actId="1076"/>
          <ac:spMkLst>
            <pc:docMk/>
            <pc:sldMk cId="3509121133" sldId="261"/>
            <ac:spMk id="37" creationId="{6000086C-E282-474D-2D45-2626AD8EF784}"/>
          </ac:spMkLst>
        </pc:spChg>
        <pc:spChg chg="add mod">
          <ac:chgData name="Anunay Chandra" userId="S::3169119@tcs.com::e8d35c00-f96a-4b95-a526-5ed9652dc94e" providerId="AD" clId="Web-{661EB6DF-D536-CA0D-9105-493AA6D93234}" dt="2026-09-01T15:17:50.751" v="538" actId="1076"/>
          <ac:spMkLst>
            <pc:docMk/>
            <pc:sldMk cId="3509121133" sldId="261"/>
            <ac:spMk id="38" creationId="{19F0D8DA-0A26-A2BE-DD79-CB2D777CDC64}"/>
          </ac:spMkLst>
        </pc:spChg>
        <pc:spChg chg="add mod">
          <ac:chgData name="Anunay Chandra" userId="S::3169119@tcs.com::e8d35c00-f96a-4b95-a526-5ed9652dc94e" providerId="AD" clId="Web-{661EB6DF-D536-CA0D-9105-493AA6D93234}" dt="2026-09-01T15:18:47.970" v="573" actId="1076"/>
          <ac:spMkLst>
            <pc:docMk/>
            <pc:sldMk cId="3509121133" sldId="261"/>
            <ac:spMk id="39" creationId="{C69748D8-8C0A-C425-BBFE-3B305C0972FE}"/>
          </ac:spMkLst>
        </pc:spChg>
        <pc:spChg chg="mod">
          <ac:chgData name="Anunay Chandra" userId="S::3169119@tcs.com::e8d35c00-f96a-4b95-a526-5ed9652dc94e" providerId="AD" clId="Web-{661EB6DF-D536-CA0D-9105-493AA6D93234}" dt="2026-09-01T15:18:50.470" v="574" actId="1076"/>
          <ac:spMkLst>
            <pc:docMk/>
            <pc:sldMk cId="3509121133" sldId="261"/>
            <ac:spMk id="40" creationId="{B71E4FFB-F0E8-D1D6-8930-47EFF43DB9C7}"/>
          </ac:spMkLst>
        </pc:spChg>
        <pc:spChg chg="mod">
          <ac:chgData name="Anunay Chandra" userId="S::3169119@tcs.com::e8d35c00-f96a-4b95-a526-5ed9652dc94e" providerId="AD" clId="Web-{661EB6DF-D536-CA0D-9105-493AA6D93234}" dt="2026-09-01T15:18:52.002" v="575" actId="1076"/>
          <ac:spMkLst>
            <pc:docMk/>
            <pc:sldMk cId="3509121133" sldId="261"/>
            <ac:spMk id="41" creationId="{52BEB1EE-28E7-985E-35A5-DB95A6EE5B2F}"/>
          </ac:spMkLst>
        </pc:spChg>
        <pc:spChg chg="add mod">
          <ac:chgData name="Anunay Chandra" userId="S::3169119@tcs.com::e8d35c00-f96a-4b95-a526-5ed9652dc94e" providerId="AD" clId="Web-{661EB6DF-D536-CA0D-9105-493AA6D93234}" dt="2026-09-01T15:18:53.783" v="576" actId="1076"/>
          <ac:spMkLst>
            <pc:docMk/>
            <pc:sldMk cId="3509121133" sldId="261"/>
            <ac:spMk id="42" creationId="{A19EBCC7-F324-C556-C3E8-592D8E13DD39}"/>
          </ac:spMkLst>
        </pc:spChg>
        <pc:spChg chg="mod">
          <ac:chgData name="Anunay Chandra" userId="S::3169119@tcs.com::e8d35c00-f96a-4b95-a526-5ed9652dc94e" providerId="AD" clId="Web-{661EB6DF-D536-CA0D-9105-493AA6D93234}" dt="2026-09-01T15:18:55.377" v="577" actId="1076"/>
          <ac:spMkLst>
            <pc:docMk/>
            <pc:sldMk cId="3509121133" sldId="261"/>
            <ac:spMk id="43" creationId="{CBD4E897-FE41-A3F6-2238-4C8C01331AC8}"/>
          </ac:spMkLst>
        </pc:spChg>
        <pc:spChg chg="mod">
          <ac:chgData name="Anunay Chandra" userId="S::3169119@tcs.com::e8d35c00-f96a-4b95-a526-5ed9652dc94e" providerId="AD" clId="Web-{661EB6DF-D536-CA0D-9105-493AA6D93234}" dt="2026-09-01T15:18:57.533" v="578" actId="1076"/>
          <ac:spMkLst>
            <pc:docMk/>
            <pc:sldMk cId="3509121133" sldId="261"/>
            <ac:spMk id="44" creationId="{F27BE94F-42CC-BE97-C632-0CD9AEEA3B7F}"/>
          </ac:spMkLst>
        </pc:spChg>
        <pc:spChg chg="add">
          <ac:chgData name="Anunay Chandra" userId="S::3169119@tcs.com::e8d35c00-f96a-4b95-a526-5ed9652dc94e" providerId="AD" clId="Web-{661EB6DF-D536-CA0D-9105-493AA6D93234}" dt="2026-09-01T15:11:18.079" v="493"/>
          <ac:spMkLst>
            <pc:docMk/>
            <pc:sldMk cId="3509121133" sldId="261"/>
            <ac:spMk id="45" creationId="{D58540BD-0630-8FB6-C9B4-E68A8A5EFB3A}"/>
          </ac:spMkLst>
        </pc:spChg>
        <pc:spChg chg="add mod">
          <ac:chgData name="Anunay Chandra" userId="S::3169119@tcs.com::e8d35c00-f96a-4b95-a526-5ed9652dc94e" providerId="AD" clId="Web-{661EB6DF-D536-CA0D-9105-493AA6D93234}" dt="2026-09-01T15:19:36.048" v="585" actId="20577"/>
          <ac:spMkLst>
            <pc:docMk/>
            <pc:sldMk cId="3509121133" sldId="261"/>
            <ac:spMk id="47" creationId="{4E287114-6AEC-E5C7-EFF5-932F1AF49D4A}"/>
          </ac:spMkLst>
        </pc:spChg>
        <pc:spChg chg="mod">
          <ac:chgData name="Anunay Chandra" userId="S::3169119@tcs.com::e8d35c00-f96a-4b95-a526-5ed9652dc94e" providerId="AD" clId="Web-{661EB6DF-D536-CA0D-9105-493AA6D93234}" dt="2026-09-01T15:22:28.908" v="594" actId="1076"/>
          <ac:spMkLst>
            <pc:docMk/>
            <pc:sldMk cId="3509121133" sldId="261"/>
            <ac:spMk id="50" creationId="{A2E6D064-7485-36DC-7A0F-41E0B33B6167}"/>
          </ac:spMkLst>
        </pc:spChg>
        <pc:spChg chg="mod">
          <ac:chgData name="Anunay Chandra" userId="S::3169119@tcs.com::e8d35c00-f96a-4b95-a526-5ed9652dc94e" providerId="AD" clId="Web-{661EB6DF-D536-CA0D-9105-493AA6D93234}" dt="2026-09-01T16:31:27.821" v="625" actId="1076"/>
          <ac:spMkLst>
            <pc:docMk/>
            <pc:sldMk cId="3509121133" sldId="261"/>
            <ac:spMk id="51" creationId="{C5196238-6A5D-E7D9-9826-0A714C47CF12}"/>
          </ac:spMkLst>
        </pc:spChg>
        <pc:spChg chg="add mod ord">
          <ac:chgData name="Anunay Chandra" userId="S::3169119@tcs.com::e8d35c00-f96a-4b95-a526-5ed9652dc94e" providerId="AD" clId="Web-{661EB6DF-D536-CA0D-9105-493AA6D93234}" dt="2026-09-01T15:14:36.001" v="504" actId="1076"/>
          <ac:spMkLst>
            <pc:docMk/>
            <pc:sldMk cId="3509121133" sldId="261"/>
            <ac:spMk id="52" creationId="{426C217F-8EB6-F7D3-4510-81A10A8AEDC9}"/>
          </ac:spMkLst>
        </pc:spChg>
        <pc:spChg chg="add mod ord">
          <ac:chgData name="Anunay Chandra" userId="S::3169119@tcs.com::e8d35c00-f96a-4b95-a526-5ed9652dc94e" providerId="AD" clId="Web-{661EB6DF-D536-CA0D-9105-493AA6D93234}" dt="2026-09-01T15:17:09.501" v="528"/>
          <ac:spMkLst>
            <pc:docMk/>
            <pc:sldMk cId="3509121133" sldId="261"/>
            <ac:spMk id="53" creationId="{41C155C8-0293-5712-5776-C572EEB7A74E}"/>
          </ac:spMkLst>
        </pc:spChg>
        <pc:picChg chg="del">
          <ac:chgData name="Anunay Chandra" userId="S::3169119@tcs.com::e8d35c00-f96a-4b95-a526-5ed9652dc94e" providerId="AD" clId="Web-{661EB6DF-D536-CA0D-9105-493AA6D93234}" dt="2026-09-01T15:11:04.016" v="486"/>
          <ac:picMkLst>
            <pc:docMk/>
            <pc:sldMk cId="3509121133" sldId="261"/>
            <ac:picMk id="8" creationId="{D830DD43-EB6D-DA47-E08A-EA7B1E4399F3}"/>
          </ac:picMkLst>
        </pc:picChg>
        <pc:picChg chg="del">
          <ac:chgData name="Anunay Chandra" userId="S::3169119@tcs.com::e8d35c00-f96a-4b95-a526-5ed9652dc94e" providerId="AD" clId="Web-{661EB6DF-D536-CA0D-9105-493AA6D93234}" dt="2026-09-01T15:11:04.016" v="483"/>
          <ac:picMkLst>
            <pc:docMk/>
            <pc:sldMk cId="3509121133" sldId="261"/>
            <ac:picMk id="11" creationId="{2486FD36-FB5E-2DE4-C239-37CD254C3497}"/>
          </ac:picMkLst>
        </pc:picChg>
        <pc:picChg chg="del">
          <ac:chgData name="Anunay Chandra" userId="S::3169119@tcs.com::e8d35c00-f96a-4b95-a526-5ed9652dc94e" providerId="AD" clId="Web-{661EB6DF-D536-CA0D-9105-493AA6D93234}" dt="2026-09-01T15:11:04.016" v="473"/>
          <ac:picMkLst>
            <pc:docMk/>
            <pc:sldMk cId="3509121133" sldId="261"/>
            <ac:picMk id="21" creationId="{45A173DE-C060-E6FE-A77E-BADBDC1FE7F9}"/>
          </ac:picMkLst>
        </pc:picChg>
        <pc:picChg chg="del">
          <ac:chgData name="Anunay Chandra" userId="S::3169119@tcs.com::e8d35c00-f96a-4b95-a526-5ed9652dc94e" providerId="AD" clId="Web-{661EB6DF-D536-CA0D-9105-493AA6D93234}" dt="2026-09-01T15:11:04.001" v="470"/>
          <ac:picMkLst>
            <pc:docMk/>
            <pc:sldMk cId="3509121133" sldId="261"/>
            <ac:picMk id="24" creationId="{2436F662-CE41-D16D-3870-021954C4D52B}"/>
          </ac:picMkLst>
        </pc:picChg>
        <pc:picChg chg="mod">
          <ac:chgData name="Anunay Chandra" userId="S::3169119@tcs.com::e8d35c00-f96a-4b95-a526-5ed9652dc94e" providerId="AD" clId="Web-{661EB6DF-D536-CA0D-9105-493AA6D93234}" dt="2026-09-01T15:19:15.689" v="581" actId="1076"/>
          <ac:picMkLst>
            <pc:docMk/>
            <pc:sldMk cId="3509121133" sldId="261"/>
            <ac:picMk id="33" creationId="{D96E3AF2-E519-B421-F8BD-4B040992C4F9}"/>
          </ac:picMkLst>
        </pc:picChg>
        <pc:picChg chg="mod">
          <ac:chgData name="Anunay Chandra" userId="S::3169119@tcs.com::e8d35c00-f96a-4b95-a526-5ed9652dc94e" providerId="AD" clId="Web-{661EB6DF-D536-CA0D-9105-493AA6D93234}" dt="2026-09-01T15:22:07.017" v="592" actId="14100"/>
          <ac:picMkLst>
            <pc:docMk/>
            <pc:sldMk cId="3509121133" sldId="261"/>
            <ac:picMk id="36" creationId="{8CBA37DE-2C08-A643-8630-11E969D85A92}"/>
          </ac:picMkLst>
        </pc:picChg>
        <pc:picChg chg="mod">
          <ac:chgData name="Anunay Chandra" userId="S::3169119@tcs.com::e8d35c00-f96a-4b95-a526-5ed9652dc94e" providerId="AD" clId="Web-{661EB6DF-D536-CA0D-9105-493AA6D93234}" dt="2026-09-01T15:19:09.611" v="580" actId="14100"/>
          <ac:picMkLst>
            <pc:docMk/>
            <pc:sldMk cId="3509121133" sldId="261"/>
            <ac:picMk id="46" creationId="{6E296CCE-50AB-8029-5093-8D5B16B1DCD8}"/>
          </ac:picMkLst>
        </pc:picChg>
        <pc:picChg chg="mod">
          <ac:chgData name="Anunay Chandra" userId="S::3169119@tcs.com::e8d35c00-f96a-4b95-a526-5ed9652dc94e" providerId="AD" clId="Web-{661EB6DF-D536-CA0D-9105-493AA6D93234}" dt="2026-09-01T15:20:36.220" v="591" actId="1076"/>
          <ac:picMkLst>
            <pc:docMk/>
            <pc:sldMk cId="3509121133" sldId="261"/>
            <ac:picMk id="49" creationId="{2E2A3CE2-5F98-C914-7136-2F46B3263034}"/>
          </ac:picMkLst>
        </pc:picChg>
      </pc:sldChg>
      <pc:sldChg chg="addSp modSp new del ord">
        <pc:chgData name="Anunay Chandra" userId="S::3169119@tcs.com::e8d35c00-f96a-4b95-a526-5ed9652dc94e" providerId="AD" clId="Web-{661EB6DF-D536-CA0D-9105-493AA6D93234}" dt="2026-09-01T16:34:53.741" v="640"/>
        <pc:sldMkLst>
          <pc:docMk/>
          <pc:sldMk cId="481181055" sldId="262"/>
        </pc:sldMkLst>
        <pc:spChg chg="mod">
          <ac:chgData name="Anunay Chandra" userId="S::3169119@tcs.com::e8d35c00-f96a-4b95-a526-5ed9652dc94e" providerId="AD" clId="Web-{661EB6DF-D536-CA0D-9105-493AA6D93234}" dt="2026-09-01T15:54:05.165" v="598" actId="1076"/>
          <ac:spMkLst>
            <pc:docMk/>
            <pc:sldMk cId="481181055" sldId="262"/>
            <ac:spMk id="2" creationId="{7737DF1A-E7BE-B225-9F33-2790F50153AC}"/>
          </ac:spMkLst>
        </pc:spChg>
        <pc:spChg chg="mod">
          <ac:chgData name="Anunay Chandra" userId="S::3169119@tcs.com::e8d35c00-f96a-4b95-a526-5ed9652dc94e" providerId="AD" clId="Web-{661EB6DF-D536-CA0D-9105-493AA6D93234}" dt="2026-09-01T15:54:05.181" v="599" actId="1076"/>
          <ac:spMkLst>
            <pc:docMk/>
            <pc:sldMk cId="481181055" sldId="262"/>
            <ac:spMk id="3" creationId="{57993E5E-139D-FE89-BAAA-62083E69A070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5" creationId="{B0E23AD0-04A0-8C9E-CF01-0D6CA5158844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6" creationId="{00A722D1-3831-0BE8-5D1D-1F76F02B2CED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12" creationId="{C082C52B-B6C2-7094-DCE8-F81C675490EB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14" creationId="{D3712737-8C7F-B073-10B9-184777FE9F1B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18" creationId="{7DFCA5EA-A215-3E31-8BB3-D4144F9A6F89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19" creationId="{20AD0B86-84E9-D8EF-C111-27BEEB25A27F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22" creationId="{CD6FDDB4-557E-470F-00CE-68F9A0319654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23" creationId="{E77AB9BC-3953-6E32-0819-966967DEE7C6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24" creationId="{B34261F0-6B59-74F4-3700-B5676E6B4D3E}"/>
          </ac:spMkLst>
        </pc:spChg>
        <pc:spChg chg="add">
          <ac:chgData name="Anunay Chandra" userId="S::3169119@tcs.com::e8d35c00-f96a-4b95-a526-5ed9652dc94e" providerId="AD" clId="Web-{661EB6DF-D536-CA0D-9105-493AA6D93234}" dt="2026-09-01T15:53:53.618" v="597"/>
          <ac:spMkLst>
            <pc:docMk/>
            <pc:sldMk cId="481181055" sldId="262"/>
            <ac:spMk id="33" creationId="{DAF328B4-8632-9D07-D264-6D5C228D0344}"/>
          </ac:spMkLst>
        </pc:spChg>
      </pc:sldChg>
      <pc:sldChg chg="addSp modSp new del ord">
        <pc:chgData name="Anunay Chandra" userId="S::3169119@tcs.com::e8d35c00-f96a-4b95-a526-5ed9652dc94e" providerId="AD" clId="Web-{661EB6DF-D536-CA0D-9105-493AA6D93234}" dt="2026-09-01T16:34:53.741" v="644"/>
        <pc:sldMkLst>
          <pc:docMk/>
          <pc:sldMk cId="1133926242" sldId="263"/>
        </pc:sldMkLst>
        <pc:spChg chg="mod">
          <ac:chgData name="Anunay Chandra" userId="S::3169119@tcs.com::e8d35c00-f96a-4b95-a526-5ed9652dc94e" providerId="AD" clId="Web-{661EB6DF-D536-CA0D-9105-493AA6D93234}" dt="2026-09-01T16:06:36.447" v="607" actId="1076"/>
          <ac:spMkLst>
            <pc:docMk/>
            <pc:sldMk cId="1133926242" sldId="263"/>
            <ac:spMk id="2" creationId="{AD0831B7-8069-06E7-C33C-8BD2CF698667}"/>
          </ac:spMkLst>
        </pc:spChg>
        <pc:spChg chg="mod">
          <ac:chgData name="Anunay Chandra" userId="S::3169119@tcs.com::e8d35c00-f96a-4b95-a526-5ed9652dc94e" providerId="AD" clId="Web-{661EB6DF-D536-CA0D-9105-493AA6D93234}" dt="2026-09-01T16:06:36.463" v="608" actId="1076"/>
          <ac:spMkLst>
            <pc:docMk/>
            <pc:sldMk cId="1133926242" sldId="263"/>
            <ac:spMk id="3" creationId="{9D8496F9-F2A2-B85E-54D6-79176EE8EF01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4" creationId="{196DC0A0-311A-8CBC-8FA1-72C743B45396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13" creationId="{31E98D2B-4859-62DD-8A45-C69F69AA57BB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15" creationId="{41197146-EFA6-F84D-9342-83BDBDBB4B76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16" creationId="{DC88691C-A673-27C1-4ECB-F079A4C6F191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17" creationId="{BD49042A-3153-4E03-E996-3D623F193829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19" creationId="{E83842C4-313C-834F-8253-D23E61BBB5F2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29" creationId="{D0B89C04-FEFA-B7B6-95A7-C0C03359B218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31" creationId="{6C18A82D-EFE5-5E1C-6E17-7646262D49D0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34" creationId="{C3A894DC-C993-8F30-DC27-583B8D976A09}"/>
          </ac:spMkLst>
        </pc:spChg>
        <pc:spChg chg="add">
          <ac:chgData name="Anunay Chandra" userId="S::3169119@tcs.com::e8d35c00-f96a-4b95-a526-5ed9652dc94e" providerId="AD" clId="Web-{661EB6DF-D536-CA0D-9105-493AA6D93234}" dt="2026-09-01T16:06:26.291" v="606"/>
          <ac:spMkLst>
            <pc:docMk/>
            <pc:sldMk cId="1133926242" sldId="263"/>
            <ac:spMk id="35" creationId="{AC01BBE3-162B-2E4B-C93F-A1E309A61348}"/>
          </ac:spMkLst>
        </pc:spChg>
      </pc:sldChg>
      <pc:sldChg chg="addSp new del">
        <pc:chgData name="Anunay Chandra" userId="S::3169119@tcs.com::e8d35c00-f96a-4b95-a526-5ed9652dc94e" providerId="AD" clId="Web-{661EB6DF-D536-CA0D-9105-493AA6D93234}" dt="2026-09-01T16:34:53.741" v="641"/>
        <pc:sldMkLst>
          <pc:docMk/>
          <pc:sldMk cId="2545269128" sldId="264"/>
        </pc:sldMkLst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3" creationId="{0736B6B9-705C-FAB2-6F7A-B120D37252BB}"/>
          </ac:spMkLst>
        </pc:spChg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5" creationId="{FC936721-1885-5FB2-1208-E87608E68A34}"/>
          </ac:spMkLst>
        </pc:spChg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6" creationId="{DB613F90-A808-5339-968A-0936751F7D70}"/>
          </ac:spMkLst>
        </pc:spChg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11" creationId="{6D70663D-E7DF-6322-51ED-6AFFE40D7A85}"/>
          </ac:spMkLst>
        </pc:spChg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13" creationId="{33317C66-B368-2D0E-2D57-9B06D652B344}"/>
          </ac:spMkLst>
        </pc:spChg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16" creationId="{8296CB08-6DB0-DD44-AF14-64D50C942918}"/>
          </ac:spMkLst>
        </pc:spChg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19" creationId="{431CF317-BC67-6A80-3215-07CF97AECA1F}"/>
          </ac:spMkLst>
        </pc:spChg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20" creationId="{922AB3AF-9A60-A605-74C9-BF0482525581}"/>
          </ac:spMkLst>
        </pc:spChg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24" creationId="{AF5C1C73-52B3-4B6B-C29C-14CE09136BBC}"/>
          </ac:spMkLst>
        </pc:spChg>
        <pc:spChg chg="add">
          <ac:chgData name="Anunay Chandra" userId="S::3169119@tcs.com::e8d35c00-f96a-4b95-a526-5ed9652dc94e" providerId="AD" clId="Web-{661EB6DF-D536-CA0D-9105-493AA6D93234}" dt="2026-09-01T16:24:49.902" v="610"/>
          <ac:spMkLst>
            <pc:docMk/>
            <pc:sldMk cId="2545269128" sldId="264"/>
            <ac:spMk id="29" creationId="{546279D2-FFB8-8CE5-E822-F37087780D09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31" creationId="{507DB0A8-EE75-44B5-8578-FF76F0BC8554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33" creationId="{5E6CF210-9D3D-A6EE-CDEB-3D207062BFE5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39" creationId="{988FF4F9-6F53-A1D5-0639-5D8559F90BE1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40" creationId="{CBBDA730-5D25-9120-5027-2EA6C4C71431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41" creationId="{BD702B9E-317B-5C0C-6BD0-9463E4C3CEFB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44" creationId="{9E578BD3-D3EE-B014-3F51-6773C380F188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50" creationId="{728761B5-8370-3C78-7AC5-AFD461860F05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51" creationId="{A748E308-5F24-948C-612F-189CDABC7261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55" creationId="{E4D3DBA3-D36B-5A29-48C9-EA36833B5600}"/>
          </ac:spMkLst>
        </pc:spChg>
        <pc:spChg chg="add">
          <ac:chgData name="Anunay Chandra" userId="S::3169119@tcs.com::e8d35c00-f96a-4b95-a526-5ed9652dc94e" providerId="AD" clId="Web-{661EB6DF-D536-CA0D-9105-493AA6D93234}" dt="2026-09-01T16:24:50.793" v="611"/>
          <ac:spMkLst>
            <pc:docMk/>
            <pc:sldMk cId="2545269128" sldId="264"/>
            <ac:spMk id="56" creationId="{1F24BA2C-0DE3-ED0C-3005-2365754B230B}"/>
          </ac:spMkLst>
        </pc:spChg>
      </pc:sldChg>
      <pc:sldChg chg="addSp delSp new del ord">
        <pc:chgData name="Anunay Chandra" userId="S::3169119@tcs.com::e8d35c00-f96a-4b95-a526-5ed9652dc94e" providerId="AD" clId="Web-{661EB6DF-D536-CA0D-9105-493AA6D93234}" dt="2026-09-01T16:34:53.741" v="643"/>
        <pc:sldMkLst>
          <pc:docMk/>
          <pc:sldMk cId="1284883511" sldId="265"/>
        </pc:sldMkLst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6" creationId="{C39C6410-885D-8331-9199-4423A71A2567}"/>
          </ac:spMkLst>
        </pc:spChg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7" creationId="{521FB767-AB0B-0B4C-EC2D-483A50EE31C2}"/>
          </ac:spMkLst>
        </pc:spChg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9" creationId="{A743D9DD-9ABF-CB76-EFD7-A102C84F91D3}"/>
          </ac:spMkLst>
        </pc:spChg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13" creationId="{D04CFF31-529F-1B55-E1B5-2CB15E16229D}"/>
          </ac:spMkLst>
        </pc:spChg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16" creationId="{3B2BAA3C-395F-DE51-33C6-DDFCC84BE57D}"/>
          </ac:spMkLst>
        </pc:spChg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17" creationId="{9DFA768F-3E88-57D7-2883-BFFB9ADFE4CE}"/>
          </ac:spMkLst>
        </pc:spChg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20" creationId="{329ABA08-6B8A-0243-220F-49BB14AD4AFB}"/>
          </ac:spMkLst>
        </pc:spChg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24" creationId="{F55E6A1F-BA0A-3051-3371-5450F6526687}"/>
          </ac:spMkLst>
        </pc:spChg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25" creationId="{3A79958C-0A25-23BD-1C5F-FAA689D26936}"/>
          </ac:spMkLst>
        </pc:spChg>
        <pc:spChg chg="add del">
          <ac:chgData name="Anunay Chandra" userId="S::3169119@tcs.com::e8d35c00-f96a-4b95-a526-5ed9652dc94e" providerId="AD" clId="Web-{661EB6DF-D536-CA0D-9105-493AA6D93234}" dt="2026-09-01T16:25:35.996" v="615"/>
          <ac:spMkLst>
            <pc:docMk/>
            <pc:sldMk cId="1284883511" sldId="265"/>
            <ac:spMk id="35" creationId="{68E651BE-A9E7-AEBE-2989-1CA7B27E7A5D}"/>
          </ac:spMkLst>
        </pc:spChg>
        <pc:spChg chg="add 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41" creationId="{9B4B397A-F93D-CC33-68CB-CC024E9A983F}"/>
          </ac:spMkLst>
        </pc:spChg>
        <pc:spChg chg="add 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43" creationId="{AA6D952E-54D9-CD58-1E14-1DA3C4911966}"/>
          </ac:spMkLst>
        </pc:spChg>
        <pc:spChg chg="add 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47" creationId="{8317E723-00FB-B7CF-B52A-E2FEAFE718F8}"/>
          </ac:spMkLst>
        </pc:spChg>
        <pc:spChg chg="add 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50" creationId="{75BF36AC-C90C-D2C1-F1C9-E8E36733DBF1}"/>
          </ac:spMkLst>
        </pc:spChg>
        <pc:spChg chg="add 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51" creationId="{0904C03B-FE51-DA8A-B90D-EDA487F3C267}"/>
          </ac:spMkLst>
        </pc:spChg>
        <pc:spChg chg="add 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52" creationId="{8C006230-F5CD-EFFD-84EE-23A731549AE0}"/>
          </ac:spMkLst>
        </pc:spChg>
        <pc:spChg chg="add">
          <ac:chgData name="Anunay Chandra" userId="S::3169119@tcs.com::e8d35c00-f96a-4b95-a526-5ed9652dc94e" providerId="AD" clId="Web-{661EB6DF-D536-CA0D-9105-493AA6D93234}" dt="2026-09-01T16:25:38.105" v="616"/>
          <ac:spMkLst>
            <pc:docMk/>
            <pc:sldMk cId="1284883511" sldId="265"/>
            <ac:spMk id="53" creationId="{84FC2BCF-EBCD-4C2C-F4E6-42F90EB34B59}"/>
          </ac:spMkLst>
        </pc:spChg>
        <pc:spChg chg="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59" creationId="{45E9E75D-108D-CCAC-F351-844BC56FF2CB}"/>
          </ac:spMkLst>
        </pc:spChg>
        <pc:spChg chg="add 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61" creationId="{D082F6C1-AD6F-B7FE-A2A1-75CAB8CB3D79}"/>
          </ac:spMkLst>
        </pc:spChg>
        <pc:spChg chg="add 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68" creationId="{CA9C6884-571B-541E-8026-98AAF25594F3}"/>
          </ac:spMkLst>
        </pc:spChg>
        <pc:spChg chg="add del">
          <ac:chgData name="Anunay Chandra" userId="S::3169119@tcs.com::e8d35c00-f96a-4b95-a526-5ed9652dc94e" providerId="AD" clId="Web-{661EB6DF-D536-CA0D-9105-493AA6D93234}" dt="2026-09-01T16:25:45.339" v="617"/>
          <ac:spMkLst>
            <pc:docMk/>
            <pc:sldMk cId="1284883511" sldId="265"/>
            <ac:spMk id="69" creationId="{D47FC368-5D00-A4D1-BFCF-29C139CA64C1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71" creationId="{38CF1608-F800-9243-44EC-4E54096079EB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72" creationId="{69144829-0B41-E4EF-4517-3719D051DE10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73" creationId="{40FED0CE-B37C-049D-E43E-2B4939ABED71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84" creationId="{93856074-2137-1595-D57F-B0313B31DC05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86" creationId="{62D11046-C0FE-3F2B-D9B3-4B39AF8BC9EA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88" creationId="{6AC77248-E1A8-A650-4CF0-6B610066C0E1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92" creationId="{A98DF51F-0537-7FAE-B5B8-9C4B35D3D735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93" creationId="{F6957DFB-BFDC-BA1A-56E7-A44991B576CD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96" creationId="{1139B381-35C9-C134-8C8A-3418E76AF9EC}"/>
          </ac:spMkLst>
        </pc:spChg>
        <pc:spChg chg="add">
          <ac:chgData name="Anunay Chandra" userId="S::3169119@tcs.com::e8d35c00-f96a-4b95-a526-5ed9652dc94e" providerId="AD" clId="Web-{661EB6DF-D536-CA0D-9105-493AA6D93234}" dt="2026-09-01T16:25:51.511" v="618"/>
          <ac:spMkLst>
            <pc:docMk/>
            <pc:sldMk cId="1284883511" sldId="265"/>
            <ac:spMk id="99" creationId="{1652C90D-77CD-2237-D2D8-B84B10D5DBDD}"/>
          </ac:spMkLst>
        </pc:spChg>
      </pc:sldChg>
      <pc:sldChg chg="new del">
        <pc:chgData name="Anunay Chandra" userId="S::3169119@tcs.com::e8d35c00-f96a-4b95-a526-5ed9652dc94e" providerId="AD" clId="Web-{661EB6DF-D536-CA0D-9105-493AA6D93234}" dt="2026-09-01T16:34:53.741" v="642"/>
        <pc:sldMkLst>
          <pc:docMk/>
          <pc:sldMk cId="3883194182" sldId="266"/>
        </pc:sldMkLst>
      </pc:sldChg>
      <pc:sldChg chg="modSp add ord">
        <pc:chgData name="Anunay Chandra" userId="S::3169119@tcs.com::e8d35c00-f96a-4b95-a526-5ed9652dc94e" providerId="AD" clId="Web-{661EB6DF-D536-CA0D-9105-493AA6D93234}" dt="2026-09-01T16:36:43.787" v="657" actId="1076"/>
        <pc:sldMkLst>
          <pc:docMk/>
          <pc:sldMk cId="331232496" sldId="267"/>
        </pc:sldMkLst>
        <pc:spChg chg="mod">
          <ac:chgData name="Anunay Chandra" userId="S::3169119@tcs.com::e8d35c00-f96a-4b95-a526-5ed9652dc94e" providerId="AD" clId="Web-{661EB6DF-D536-CA0D-9105-493AA6D93234}" dt="2026-09-01T16:36:43.787" v="657" actId="1076"/>
          <ac:spMkLst>
            <pc:docMk/>
            <pc:sldMk cId="331232496" sldId="267"/>
            <ac:spMk id="80" creationId="{84484A98-BD6D-D154-8FBD-848635D3BDFB}"/>
          </ac:spMkLst>
        </pc:spChg>
        <pc:spChg chg="mod">
          <ac:chgData name="Anunay Chandra" userId="S::3169119@tcs.com::e8d35c00-f96a-4b95-a526-5ed9652dc94e" providerId="AD" clId="Web-{661EB6DF-D536-CA0D-9105-493AA6D93234}" dt="2026-09-01T16:36:19.162" v="652" actId="1076"/>
          <ac:spMkLst>
            <pc:docMk/>
            <pc:sldMk cId="331232496" sldId="267"/>
            <ac:spMk id="84" creationId="{CDC14D3A-1AE9-64B7-9AF8-57E6963C62F0}"/>
          </ac:spMkLst>
        </pc:spChg>
        <pc:spChg chg="mod">
          <ac:chgData name="Anunay Chandra" userId="S::3169119@tcs.com::e8d35c00-f96a-4b95-a526-5ed9652dc94e" providerId="AD" clId="Web-{661EB6DF-D536-CA0D-9105-493AA6D93234}" dt="2026-09-01T16:35:46.459" v="650" actId="14100"/>
          <ac:spMkLst>
            <pc:docMk/>
            <pc:sldMk cId="331232496" sldId="267"/>
            <ac:spMk id="88" creationId="{87AC7F16-350A-3300-1E14-49E933D4B902}"/>
          </ac:spMkLst>
        </pc:spChg>
        <pc:spChg chg="mod">
          <ac:chgData name="Anunay Chandra" userId="S::3169119@tcs.com::e8d35c00-f96a-4b95-a526-5ed9652dc94e" providerId="AD" clId="Web-{661EB6DF-D536-CA0D-9105-493AA6D93234}" dt="2026-09-01T16:36:19.287" v="654" actId="1076"/>
          <ac:spMkLst>
            <pc:docMk/>
            <pc:sldMk cId="331232496" sldId="267"/>
            <ac:spMk id="90" creationId="{41F28457-02FD-89D7-C78A-58F138FC729B}"/>
          </ac:spMkLst>
        </pc:spChg>
        <pc:spChg chg="mod">
          <ac:chgData name="Anunay Chandra" userId="S::3169119@tcs.com::e8d35c00-f96a-4b95-a526-5ed9652dc94e" providerId="AD" clId="Web-{661EB6DF-D536-CA0D-9105-493AA6D93234}" dt="2026-09-01T16:36:25.490" v="655" actId="1076"/>
          <ac:spMkLst>
            <pc:docMk/>
            <pc:sldMk cId="331232496" sldId="267"/>
            <ac:spMk id="96" creationId="{82519D3F-C906-0FFC-EB2C-C1902ED99D64}"/>
          </ac:spMkLst>
        </pc:spChg>
        <pc:spChg chg="mod">
          <ac:chgData name="Anunay Chandra" userId="S::3169119@tcs.com::e8d35c00-f96a-4b95-a526-5ed9652dc94e" providerId="AD" clId="Web-{661EB6DF-D536-CA0D-9105-493AA6D93234}" dt="2026-09-01T16:36:33.709" v="656" actId="1076"/>
          <ac:spMkLst>
            <pc:docMk/>
            <pc:sldMk cId="331232496" sldId="267"/>
            <ac:spMk id="98" creationId="{12271CAF-CF44-D535-D69F-3F046BA1F1F9}"/>
          </ac:spMkLst>
        </pc:spChg>
        <pc:spChg chg="mod">
          <ac:chgData name="Anunay Chandra" userId="S::3169119@tcs.com::e8d35c00-f96a-4b95-a526-5ed9652dc94e" providerId="AD" clId="Web-{661EB6DF-D536-CA0D-9105-493AA6D93234}" dt="2026-09-01T16:31:03.759" v="622" actId="1076"/>
          <ac:spMkLst>
            <pc:docMk/>
            <pc:sldMk cId="331232496" sldId="267"/>
            <ac:spMk id="100" creationId="{5D308D62-6F5F-E531-44C5-6CE4DD4C21D5}"/>
          </ac:spMkLst>
        </pc:spChg>
        <pc:picChg chg="mod modCrop">
          <ac:chgData name="Anunay Chandra" userId="S::3169119@tcs.com::e8d35c00-f96a-4b95-a526-5ed9652dc94e" providerId="AD" clId="Web-{661EB6DF-D536-CA0D-9105-493AA6D93234}" dt="2026-09-01T16:32:19.961" v="627"/>
          <ac:picMkLst>
            <pc:docMk/>
            <pc:sldMk cId="331232496" sldId="267"/>
            <ac:picMk id="2" creationId="{8B93E383-7F09-5906-4722-DE0518975EBC}"/>
          </ac:picMkLst>
        </pc:picChg>
        <pc:picChg chg="mod">
          <ac:chgData name="Anunay Chandra" userId="S::3169119@tcs.com::e8d35c00-f96a-4b95-a526-5ed9652dc94e" providerId="AD" clId="Web-{661EB6DF-D536-CA0D-9105-493AA6D93234}" dt="2026-09-01T16:33:08.945" v="632" actId="1076"/>
          <ac:picMkLst>
            <pc:docMk/>
            <pc:sldMk cId="331232496" sldId="267"/>
            <ac:picMk id="24" creationId="{F48FD79E-5C4F-019F-73DA-84AC7EB37FB6}"/>
          </ac:picMkLst>
        </pc:picChg>
        <pc:picChg chg="mod">
          <ac:chgData name="Anunay Chandra" userId="S::3169119@tcs.com::e8d35c00-f96a-4b95-a526-5ed9652dc94e" providerId="AD" clId="Web-{661EB6DF-D536-CA0D-9105-493AA6D93234}" dt="2026-09-01T16:33:25.836" v="635" actId="1076"/>
          <ac:picMkLst>
            <pc:docMk/>
            <pc:sldMk cId="331232496" sldId="267"/>
            <ac:picMk id="32" creationId="{746ED89F-1754-4FB4-72A8-20B17BD32D61}"/>
          </ac:picMkLst>
        </pc:picChg>
        <pc:picChg chg="mod">
          <ac:chgData name="Anunay Chandra" userId="S::3169119@tcs.com::e8d35c00-f96a-4b95-a526-5ed9652dc94e" providerId="AD" clId="Web-{661EB6DF-D536-CA0D-9105-493AA6D93234}" dt="2026-09-01T16:36:19.225" v="653" actId="1076"/>
          <ac:picMkLst>
            <pc:docMk/>
            <pc:sldMk cId="331232496" sldId="267"/>
            <ac:picMk id="86" creationId="{6527857D-E8D8-024B-0829-5AFBD8171B7F}"/>
          </ac:picMkLst>
        </pc:picChg>
        <pc:picChg chg="mod">
          <ac:chgData name="Anunay Chandra" userId="S::3169119@tcs.com::e8d35c00-f96a-4b95-a526-5ed9652dc94e" providerId="AD" clId="Web-{661EB6DF-D536-CA0D-9105-493AA6D93234}" dt="2026-09-01T16:35:37.428" v="649" actId="14100"/>
          <ac:picMkLst>
            <pc:docMk/>
            <pc:sldMk cId="331232496" sldId="267"/>
            <ac:picMk id="92" creationId="{CB54D308-D48C-5369-783F-23CC974A1C57}"/>
          </ac:picMkLst>
        </pc:picChg>
      </pc:sldChg>
    </pc:docChg>
  </pc:docChgLst>
  <pc:docChgLst>
    <pc:chgData name="Anunay Chandra" userId="e8d35c00-f96a-4b95-a526-5ed9652dc94e" providerId="ADAL" clId="{D9C7CA04-BD47-4046-A564-C0DF1EACE739}"/>
    <pc:docChg chg="undo redo custSel addSld modSld sldOrd">
      <pc:chgData name="Anunay Chandra" userId="e8d35c00-f96a-4b95-a526-5ed9652dc94e" providerId="ADAL" clId="{D9C7CA04-BD47-4046-A564-C0DF1EACE739}" dt="2026-09-01T17:58:43.483" v="720" actId="208"/>
      <pc:docMkLst>
        <pc:docMk/>
      </pc:docMkLst>
      <pc:sldChg chg="addSp delSp modSp mod ord">
        <pc:chgData name="Anunay Chandra" userId="e8d35c00-f96a-4b95-a526-5ed9652dc94e" providerId="ADAL" clId="{D9C7CA04-BD47-4046-A564-C0DF1EACE739}" dt="2026-09-01T17:54:26.602" v="695"/>
        <pc:sldMkLst>
          <pc:docMk/>
          <pc:sldMk cId="3370526528" sldId="259"/>
        </pc:sldMkLst>
        <pc:spChg chg="mod">
          <ac:chgData name="Anunay Chandra" userId="e8d35c00-f96a-4b95-a526-5ed9652dc94e" providerId="ADAL" clId="{D9C7CA04-BD47-4046-A564-C0DF1EACE739}" dt="2026-09-01T17:34:56.681" v="5" actId="27636"/>
          <ac:spMkLst>
            <pc:docMk/>
            <pc:sldMk cId="3370526528" sldId="259"/>
            <ac:spMk id="3" creationId="{00000000-0000-0000-0000-000000000000}"/>
          </ac:spMkLst>
        </pc:spChg>
        <pc:spChg chg="add del mod">
          <ac:chgData name="Anunay Chandra" userId="e8d35c00-f96a-4b95-a526-5ed9652dc94e" providerId="ADAL" clId="{D9C7CA04-BD47-4046-A564-C0DF1EACE739}" dt="2026-09-01T17:45:10.996" v="590"/>
          <ac:spMkLst>
            <pc:docMk/>
            <pc:sldMk cId="3370526528" sldId="259"/>
            <ac:spMk id="44" creationId="{21F05A5A-2297-0E6C-1FEE-0550F397EAED}"/>
          </ac:spMkLst>
        </pc:spChg>
        <pc:spChg chg="add del">
          <ac:chgData name="Anunay Chandra" userId="e8d35c00-f96a-4b95-a526-5ed9652dc94e" providerId="ADAL" clId="{D9C7CA04-BD47-4046-A564-C0DF1EACE739}" dt="2026-09-01T17:45:03.671" v="587" actId="21"/>
          <ac:spMkLst>
            <pc:docMk/>
            <pc:sldMk cId="3370526528" sldId="259"/>
            <ac:spMk id="47" creationId="{00000000-0000-0000-0000-000000000000}"/>
          </ac:spMkLst>
        </pc:spChg>
        <pc:spChg chg="add del">
          <ac:chgData name="Anunay Chandra" userId="e8d35c00-f96a-4b95-a526-5ed9652dc94e" providerId="ADAL" clId="{D9C7CA04-BD47-4046-A564-C0DF1EACE739}" dt="2026-09-01T17:45:03.671" v="587" actId="21"/>
          <ac:spMkLst>
            <pc:docMk/>
            <pc:sldMk cId="3370526528" sldId="259"/>
            <ac:spMk id="48" creationId="{00000000-0000-0000-0000-000000000000}"/>
          </ac:spMkLst>
        </pc:spChg>
        <pc:spChg chg="add del">
          <ac:chgData name="Anunay Chandra" userId="e8d35c00-f96a-4b95-a526-5ed9652dc94e" providerId="ADAL" clId="{D9C7CA04-BD47-4046-A564-C0DF1EACE739}" dt="2026-09-01T17:45:03.671" v="587" actId="21"/>
          <ac:spMkLst>
            <pc:docMk/>
            <pc:sldMk cId="3370526528" sldId="259"/>
            <ac:spMk id="50" creationId="{00000000-0000-0000-0000-000000000000}"/>
          </ac:spMkLst>
        </pc:spChg>
        <pc:spChg chg="add del">
          <ac:chgData name="Anunay Chandra" userId="e8d35c00-f96a-4b95-a526-5ed9652dc94e" providerId="ADAL" clId="{D9C7CA04-BD47-4046-A564-C0DF1EACE739}" dt="2026-09-01T17:45:03.671" v="587" actId="21"/>
          <ac:spMkLst>
            <pc:docMk/>
            <pc:sldMk cId="3370526528" sldId="259"/>
            <ac:spMk id="51" creationId="{00000000-0000-0000-0000-000000000000}"/>
          </ac:spMkLst>
        </pc:spChg>
        <pc:spChg chg="add del">
          <ac:chgData name="Anunay Chandra" userId="e8d35c00-f96a-4b95-a526-5ed9652dc94e" providerId="ADAL" clId="{D9C7CA04-BD47-4046-A564-C0DF1EACE739}" dt="2026-09-01T17:45:03.671" v="587" actId="21"/>
          <ac:spMkLst>
            <pc:docMk/>
            <pc:sldMk cId="3370526528" sldId="259"/>
            <ac:spMk id="53" creationId="{00000000-0000-0000-0000-000000000000}"/>
          </ac:spMkLst>
        </pc:spChg>
        <pc:picChg chg="add del">
          <ac:chgData name="Anunay Chandra" userId="e8d35c00-f96a-4b95-a526-5ed9652dc94e" providerId="ADAL" clId="{D9C7CA04-BD47-4046-A564-C0DF1EACE739}" dt="2026-09-01T17:45:03.671" v="587" actId="21"/>
          <ac:picMkLst>
            <pc:docMk/>
            <pc:sldMk cId="3370526528" sldId="259"/>
            <ac:picMk id="49" creationId="{00000000-0000-0000-0000-000000000000}"/>
          </ac:picMkLst>
        </pc:picChg>
      </pc:sldChg>
      <pc:sldChg chg="modSp mod ord">
        <pc:chgData name="Anunay Chandra" userId="e8d35c00-f96a-4b95-a526-5ed9652dc94e" providerId="ADAL" clId="{D9C7CA04-BD47-4046-A564-C0DF1EACE739}" dt="2026-09-01T17:53:54.535" v="692"/>
        <pc:sldMkLst>
          <pc:docMk/>
          <pc:sldMk cId="3509121133" sldId="261"/>
        </pc:sldMkLst>
        <pc:spChg chg="mod">
          <ac:chgData name="Anunay Chandra" userId="e8d35c00-f96a-4b95-a526-5ed9652dc94e" providerId="ADAL" clId="{D9C7CA04-BD47-4046-A564-C0DF1EACE739}" dt="2026-09-01T17:34:56.686" v="6" actId="27636"/>
          <ac:spMkLst>
            <pc:docMk/>
            <pc:sldMk cId="3509121133" sldId="261"/>
            <ac:spMk id="50" creationId="{A2E6D064-7485-36DC-7A0F-41E0B33B6167}"/>
          </ac:spMkLst>
        </pc:spChg>
      </pc:sldChg>
      <pc:sldChg chg="modSp mod">
        <pc:chgData name="Anunay Chandra" userId="e8d35c00-f96a-4b95-a526-5ed9652dc94e" providerId="ADAL" clId="{D9C7CA04-BD47-4046-A564-C0DF1EACE739}" dt="2026-09-01T17:53:03.538" v="679" actId="14100"/>
        <pc:sldMkLst>
          <pc:docMk/>
          <pc:sldMk cId="331232496" sldId="267"/>
        </pc:sldMkLst>
        <pc:spChg chg="mod">
          <ac:chgData name="Anunay Chandra" userId="e8d35c00-f96a-4b95-a526-5ed9652dc94e" providerId="ADAL" clId="{D9C7CA04-BD47-4046-A564-C0DF1EACE739}" dt="2026-09-01T17:34:56.665" v="2" actId="27636"/>
          <ac:spMkLst>
            <pc:docMk/>
            <pc:sldMk cId="331232496" sldId="267"/>
            <ac:spMk id="6" creationId="{C1A534FA-FA33-AE6E-ABC5-3AED03814047}"/>
          </ac:spMkLst>
        </pc:spChg>
        <pc:spChg chg="mod">
          <ac:chgData name="Anunay Chandra" userId="e8d35c00-f96a-4b95-a526-5ed9652dc94e" providerId="ADAL" clId="{D9C7CA04-BD47-4046-A564-C0DF1EACE739}" dt="2026-09-01T17:52:01.434" v="670" actId="208"/>
          <ac:spMkLst>
            <pc:docMk/>
            <pc:sldMk cId="331232496" sldId="267"/>
            <ac:spMk id="8" creationId="{20967B55-8939-3D53-222C-2CB3F2D4E807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12" creationId="{26F2CC6C-308B-81FC-39C9-1649EC73E3F4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16" creationId="{8851FB8B-5257-C068-E85B-1FA7628A0C9B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20" creationId="{FD0EE8DC-2286-6421-9FD9-CFF56061334D}"/>
          </ac:spMkLst>
        </pc:spChg>
        <pc:spChg chg="mod">
          <ac:chgData name="Anunay Chandra" userId="e8d35c00-f96a-4b95-a526-5ed9652dc94e" providerId="ADAL" clId="{D9C7CA04-BD47-4046-A564-C0DF1EACE739}" dt="2026-09-01T17:50:43.767" v="663" actId="13822"/>
          <ac:spMkLst>
            <pc:docMk/>
            <pc:sldMk cId="331232496" sldId="267"/>
            <ac:spMk id="28" creationId="{56157E3B-D099-43A6-4CD6-618ABC73F3D6}"/>
          </ac:spMkLst>
        </pc:spChg>
        <pc:spChg chg="mod">
          <ac:chgData name="Anunay Chandra" userId="e8d35c00-f96a-4b95-a526-5ed9652dc94e" providerId="ADAL" clId="{D9C7CA04-BD47-4046-A564-C0DF1EACE739}" dt="2026-09-01T17:52:33.762" v="673" actId="14100"/>
          <ac:spMkLst>
            <pc:docMk/>
            <pc:sldMk cId="331232496" sldId="267"/>
            <ac:spMk id="36" creationId="{17F97232-8F65-B071-F8B9-133F3F2C7209}"/>
          </ac:spMkLst>
        </pc:spChg>
        <pc:spChg chg="mod">
          <ac:chgData name="Anunay Chandra" userId="e8d35c00-f96a-4b95-a526-5ed9652dc94e" providerId="ADAL" clId="{D9C7CA04-BD47-4046-A564-C0DF1EACE739}" dt="2026-09-01T17:34:56.676" v="4" actId="27636"/>
          <ac:spMkLst>
            <pc:docMk/>
            <pc:sldMk cId="331232496" sldId="267"/>
            <ac:spMk id="38" creationId="{6F463B19-F6AE-D9BD-8C5F-EE273311EC97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40" creationId="{F1855E6B-4200-D8B4-A560-CE853A879925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42" creationId="{640A8CEC-E09E-DD17-73E0-94CC52FAACC1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50" creationId="{B57EE59F-5F79-1BBC-901E-F5135E2519D3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58" creationId="{4B094EA7-C472-2820-1D47-A0A31FC2C06B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66" creationId="{1CF75311-956E-B507-C1CB-D9727EDEF4C6}"/>
          </ac:spMkLst>
        </pc:spChg>
        <pc:spChg chg="mod">
          <ac:chgData name="Anunay Chandra" userId="e8d35c00-f96a-4b95-a526-5ed9652dc94e" providerId="ADAL" clId="{D9C7CA04-BD47-4046-A564-C0DF1EACE739}" dt="2026-09-01T17:50:43.313" v="662" actId="13822"/>
          <ac:spMkLst>
            <pc:docMk/>
            <pc:sldMk cId="331232496" sldId="267"/>
            <ac:spMk id="74" creationId="{42D7E416-F1E7-12BB-729E-7686EF78B5C5}"/>
          </ac:spMkLst>
        </pc:spChg>
        <pc:spChg chg="mod">
          <ac:chgData name="Anunay Chandra" userId="e8d35c00-f96a-4b95-a526-5ed9652dc94e" providerId="ADAL" clId="{D9C7CA04-BD47-4046-A564-C0DF1EACE739}" dt="2026-09-01T17:50:43.767" v="663" actId="13822"/>
          <ac:spMkLst>
            <pc:docMk/>
            <pc:sldMk cId="331232496" sldId="267"/>
            <ac:spMk id="82" creationId="{C3DAC4E3-A794-1B52-2E79-A614AF44FA37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88" creationId="{87AC7F16-350A-3300-1E14-49E933D4B902}"/>
          </ac:spMkLst>
        </pc:spChg>
        <pc:spChg chg="mod">
          <ac:chgData name="Anunay Chandra" userId="e8d35c00-f96a-4b95-a526-5ed9652dc94e" providerId="ADAL" clId="{D9C7CA04-BD47-4046-A564-C0DF1EACE739}" dt="2026-09-01T17:52:23.974" v="671" actId="208"/>
          <ac:spMkLst>
            <pc:docMk/>
            <pc:sldMk cId="331232496" sldId="267"/>
            <ac:spMk id="94" creationId="{B101AB98-E225-810E-62B1-E0446EEE2590}"/>
          </ac:spMkLst>
        </pc:spChg>
        <pc:spChg chg="mod">
          <ac:chgData name="Anunay Chandra" userId="e8d35c00-f96a-4b95-a526-5ed9652dc94e" providerId="ADAL" clId="{D9C7CA04-BD47-4046-A564-C0DF1EACE739}" dt="2026-09-01T17:53:03.538" v="679" actId="14100"/>
          <ac:spMkLst>
            <pc:docMk/>
            <pc:sldMk cId="331232496" sldId="267"/>
            <ac:spMk id="98" creationId="{12271CAF-CF44-D535-D69F-3F046BA1F1F9}"/>
          </ac:spMkLst>
        </pc:spChg>
      </pc:sldChg>
      <pc:sldChg chg="addSp delSp modSp add mod">
        <pc:chgData name="Anunay Chandra" userId="e8d35c00-f96a-4b95-a526-5ed9652dc94e" providerId="ADAL" clId="{D9C7CA04-BD47-4046-A564-C0DF1EACE739}" dt="2026-09-01T17:53:44.195" v="690" actId="1036"/>
        <pc:sldMkLst>
          <pc:docMk/>
          <pc:sldMk cId="3587713793" sldId="268"/>
        </pc:sldMkLst>
        <pc:spChg chg="add del mod ord">
          <ac:chgData name="Anunay Chandra" userId="e8d35c00-f96a-4b95-a526-5ed9652dc94e" providerId="ADAL" clId="{D9C7CA04-BD47-4046-A564-C0DF1EACE739}" dt="2026-09-01T17:42:08.409" v="508" actId="478"/>
          <ac:spMkLst>
            <pc:docMk/>
            <pc:sldMk cId="3587713793" sldId="268"/>
            <ac:spMk id="2" creationId="{458D4068-5FDE-540C-C112-DF7E35BD9418}"/>
          </ac:spMkLst>
        </pc:spChg>
        <pc:spChg chg="add del">
          <ac:chgData name="Anunay Chandra" userId="e8d35c00-f96a-4b95-a526-5ed9652dc94e" providerId="ADAL" clId="{D9C7CA04-BD47-4046-A564-C0DF1EACE739}" dt="2026-09-01T17:41:38.506" v="507" actId="478"/>
          <ac:spMkLst>
            <pc:docMk/>
            <pc:sldMk cId="3587713793" sldId="268"/>
            <ac:spMk id="3" creationId="{DAD3266F-ADC1-736F-B253-832C9E4ED5F0}"/>
          </ac:spMkLst>
        </pc:spChg>
        <pc:spChg chg="add mod ord">
          <ac:chgData name="Anunay Chandra" userId="e8d35c00-f96a-4b95-a526-5ed9652dc94e" providerId="ADAL" clId="{D9C7CA04-BD47-4046-A564-C0DF1EACE739}" dt="2026-09-01T17:48:09.635" v="652" actId="1076"/>
          <ac:spMkLst>
            <pc:docMk/>
            <pc:sldMk cId="3587713793" sldId="268"/>
            <ac:spMk id="4" creationId="{E458D504-2979-568E-D7C1-6F47E09D7DFB}"/>
          </ac:spMkLst>
        </pc:spChg>
        <pc:spChg chg="add mod ord">
          <ac:chgData name="Anunay Chandra" userId="e8d35c00-f96a-4b95-a526-5ed9652dc94e" providerId="ADAL" clId="{D9C7CA04-BD47-4046-A564-C0DF1EACE739}" dt="2026-09-01T17:43:01.703" v="515" actId="167"/>
          <ac:spMkLst>
            <pc:docMk/>
            <pc:sldMk cId="3587713793" sldId="268"/>
            <ac:spMk id="6" creationId="{A3DDF130-B565-6C4E-3AA8-30D431337AE0}"/>
          </ac:spMkLst>
        </pc:spChg>
        <pc:spChg chg="add del mod">
          <ac:chgData name="Anunay Chandra" userId="e8d35c00-f96a-4b95-a526-5ed9652dc94e" providerId="ADAL" clId="{D9C7CA04-BD47-4046-A564-C0DF1EACE739}" dt="2026-09-01T17:44:08.853" v="525" actId="22"/>
          <ac:spMkLst>
            <pc:docMk/>
            <pc:sldMk cId="3587713793" sldId="268"/>
            <ac:spMk id="8" creationId="{6338EEF6-675B-8CD6-297C-7978FA1D769C}"/>
          </ac:spMkLst>
        </pc:spChg>
        <pc:spChg chg="add del mod">
          <ac:chgData name="Anunay Chandra" userId="e8d35c00-f96a-4b95-a526-5ed9652dc94e" providerId="ADAL" clId="{D9C7CA04-BD47-4046-A564-C0DF1EACE739}" dt="2026-09-01T17:44:08.853" v="525" actId="22"/>
          <ac:spMkLst>
            <pc:docMk/>
            <pc:sldMk cId="3587713793" sldId="268"/>
            <ac:spMk id="10" creationId="{B0916BEC-055C-2218-4581-D6E4560F000F}"/>
          </ac:spMkLst>
        </pc:spChg>
        <pc:spChg chg="add del mod">
          <ac:chgData name="Anunay Chandra" userId="e8d35c00-f96a-4b95-a526-5ed9652dc94e" providerId="ADAL" clId="{D9C7CA04-BD47-4046-A564-C0DF1EACE739}" dt="2026-09-01T17:44:08.853" v="525" actId="22"/>
          <ac:spMkLst>
            <pc:docMk/>
            <pc:sldMk cId="3587713793" sldId="268"/>
            <ac:spMk id="12" creationId="{31804653-7EB4-CDF8-9F16-725A3CB4D11D}"/>
          </ac:spMkLst>
        </pc:spChg>
        <pc:spChg chg="add del mod">
          <ac:chgData name="Anunay Chandra" userId="e8d35c00-f96a-4b95-a526-5ed9652dc94e" providerId="ADAL" clId="{D9C7CA04-BD47-4046-A564-C0DF1EACE739}" dt="2026-09-01T17:44:08.853" v="525" actId="22"/>
          <ac:spMkLst>
            <pc:docMk/>
            <pc:sldMk cId="3587713793" sldId="268"/>
            <ac:spMk id="16" creationId="{4AB00DCC-7910-12D8-0252-49039FD0341F}"/>
          </ac:spMkLst>
        </pc:spChg>
        <pc:spChg chg="add del mod">
          <ac:chgData name="Anunay Chandra" userId="e8d35c00-f96a-4b95-a526-5ed9652dc94e" providerId="ADAL" clId="{D9C7CA04-BD47-4046-A564-C0DF1EACE739}" dt="2026-09-01T17:44:08.853" v="525" actId="22"/>
          <ac:spMkLst>
            <pc:docMk/>
            <pc:sldMk cId="3587713793" sldId="268"/>
            <ac:spMk id="18" creationId="{24CF4752-6150-C6B9-40A0-7793FA7F69F6}"/>
          </ac:spMkLst>
        </pc:spChg>
        <pc:spChg chg="add del mod">
          <ac:chgData name="Anunay Chandra" userId="e8d35c00-f96a-4b95-a526-5ed9652dc94e" providerId="ADAL" clId="{D9C7CA04-BD47-4046-A564-C0DF1EACE739}" dt="2026-09-01T17:44:08.853" v="525" actId="22"/>
          <ac:spMkLst>
            <pc:docMk/>
            <pc:sldMk cId="3587713793" sldId="268"/>
            <ac:spMk id="20" creationId="{EDFF6D06-8E10-AF00-0856-9E8AD5440B4C}"/>
          </ac:spMkLst>
        </pc:spChg>
        <pc:spChg chg="add mod">
          <ac:chgData name="Anunay Chandra" userId="e8d35c00-f96a-4b95-a526-5ed9652dc94e" providerId="ADAL" clId="{D9C7CA04-BD47-4046-A564-C0DF1EACE739}" dt="2026-09-01T17:48:25.928" v="653" actId="1076"/>
          <ac:spMkLst>
            <pc:docMk/>
            <pc:sldMk cId="3587713793" sldId="268"/>
            <ac:spMk id="22" creationId="{3B7A715B-1361-DFB3-9572-2B462C8862E3}"/>
          </ac:spMkLst>
        </pc:spChg>
        <pc:spChg chg="add mod">
          <ac:chgData name="Anunay Chandra" userId="e8d35c00-f96a-4b95-a526-5ed9652dc94e" providerId="ADAL" clId="{D9C7CA04-BD47-4046-A564-C0DF1EACE739}" dt="2026-09-01T17:48:25.928" v="653" actId="1076"/>
          <ac:spMkLst>
            <pc:docMk/>
            <pc:sldMk cId="3587713793" sldId="268"/>
            <ac:spMk id="24" creationId="{A8ED18EC-9922-9CB4-BAB5-CA7A7056ACB3}"/>
          </ac:spMkLst>
        </pc:spChg>
        <pc:spChg chg="mod">
          <ac:chgData name="Anunay Chandra" userId="e8d35c00-f96a-4b95-a526-5ed9652dc94e" providerId="ADAL" clId="{D9C7CA04-BD47-4046-A564-C0DF1EACE739}" dt="2026-09-01T17:48:09.635" v="652" actId="1076"/>
          <ac:spMkLst>
            <pc:docMk/>
            <pc:sldMk cId="3587713793" sldId="268"/>
            <ac:spMk id="29" creationId="{DEFAF792-9540-5F60-648C-7E65759518C9}"/>
          </ac:spMkLst>
        </pc:spChg>
        <pc:spChg chg="mod">
          <ac:chgData name="Anunay Chandra" userId="e8d35c00-f96a-4b95-a526-5ed9652dc94e" providerId="ADAL" clId="{D9C7CA04-BD47-4046-A564-C0DF1EACE739}" dt="2026-09-01T17:44:38.685" v="583" actId="404"/>
          <ac:spMkLst>
            <pc:docMk/>
            <pc:sldMk cId="3587713793" sldId="268"/>
            <ac:spMk id="30" creationId="{3E43A5D8-2075-965C-8E59-7CB869BD013C}"/>
          </ac:spMkLst>
        </pc:spChg>
        <pc:spChg chg="mod">
          <ac:chgData name="Anunay Chandra" userId="e8d35c00-f96a-4b95-a526-5ed9652dc94e" providerId="ADAL" clId="{D9C7CA04-BD47-4046-A564-C0DF1EACE739}" dt="2026-09-01T17:48:09.635" v="652" actId="1076"/>
          <ac:spMkLst>
            <pc:docMk/>
            <pc:sldMk cId="3587713793" sldId="268"/>
            <ac:spMk id="31" creationId="{248AF662-B2FC-C625-30DA-2D4B4380487F}"/>
          </ac:spMkLst>
        </pc:spChg>
        <pc:spChg chg="mod">
          <ac:chgData name="Anunay Chandra" userId="e8d35c00-f96a-4b95-a526-5ed9652dc94e" providerId="ADAL" clId="{D9C7CA04-BD47-4046-A564-C0DF1EACE739}" dt="2026-09-01T17:53:44.195" v="690" actId="1036"/>
          <ac:spMkLst>
            <pc:docMk/>
            <pc:sldMk cId="3587713793" sldId="268"/>
            <ac:spMk id="32" creationId="{53F08DDA-C574-176A-7098-6EDDBAA5BA7D}"/>
          </ac:spMkLst>
        </pc:spChg>
        <pc:spChg chg="mod">
          <ac:chgData name="Anunay Chandra" userId="e8d35c00-f96a-4b95-a526-5ed9652dc94e" providerId="ADAL" clId="{D9C7CA04-BD47-4046-A564-C0DF1EACE739}" dt="2026-09-01T17:35:45.917" v="57" actId="1037"/>
          <ac:spMkLst>
            <pc:docMk/>
            <pc:sldMk cId="3587713793" sldId="268"/>
            <ac:spMk id="34" creationId="{C2C1C371-3B7E-6A9C-76FF-29DD96013C4E}"/>
          </ac:spMkLst>
        </pc:spChg>
        <pc:spChg chg="mod">
          <ac:chgData name="Anunay Chandra" userId="e8d35c00-f96a-4b95-a526-5ed9652dc94e" providerId="ADAL" clId="{D9C7CA04-BD47-4046-A564-C0DF1EACE739}" dt="2026-09-01T17:38:54.474" v="376" actId="1037"/>
          <ac:spMkLst>
            <pc:docMk/>
            <pc:sldMk cId="3587713793" sldId="268"/>
            <ac:spMk id="37" creationId="{A6B811F5-AF68-0CD0-2550-8B8CBF320754}"/>
          </ac:spMkLst>
        </pc:spChg>
        <pc:spChg chg="mod">
          <ac:chgData name="Anunay Chandra" userId="e8d35c00-f96a-4b95-a526-5ed9652dc94e" providerId="ADAL" clId="{D9C7CA04-BD47-4046-A564-C0DF1EACE739}" dt="2026-09-01T17:39:01.827" v="378" actId="1035"/>
          <ac:spMkLst>
            <pc:docMk/>
            <pc:sldMk cId="3587713793" sldId="268"/>
            <ac:spMk id="38" creationId="{64FFF11D-C6B3-038B-AFC3-B22C2A193807}"/>
          </ac:spMkLst>
        </pc:spChg>
        <pc:spChg chg="mod">
          <ac:chgData name="Anunay Chandra" userId="e8d35c00-f96a-4b95-a526-5ed9652dc94e" providerId="ADAL" clId="{D9C7CA04-BD47-4046-A564-C0DF1EACE739}" dt="2026-09-01T17:38:47.032" v="368" actId="1037"/>
          <ac:spMkLst>
            <pc:docMk/>
            <pc:sldMk cId="3587713793" sldId="268"/>
            <ac:spMk id="39" creationId="{2DD90CBF-89D0-4FD1-4445-598CE967176C}"/>
          </ac:spMkLst>
        </pc:spChg>
        <pc:spChg chg="mod">
          <ac:chgData name="Anunay Chandra" userId="e8d35c00-f96a-4b95-a526-5ed9652dc94e" providerId="ADAL" clId="{D9C7CA04-BD47-4046-A564-C0DF1EACE739}" dt="2026-09-01T17:48:09.635" v="652" actId="1076"/>
          <ac:spMkLst>
            <pc:docMk/>
            <pc:sldMk cId="3587713793" sldId="268"/>
            <ac:spMk id="40" creationId="{9BA2B9B4-0871-03DB-DAD9-9DC9B524C189}"/>
          </ac:spMkLst>
        </pc:spChg>
        <pc:spChg chg="mod">
          <ac:chgData name="Anunay Chandra" userId="e8d35c00-f96a-4b95-a526-5ed9652dc94e" providerId="ADAL" clId="{D9C7CA04-BD47-4046-A564-C0DF1EACE739}" dt="2026-09-01T17:38:47.032" v="368" actId="1037"/>
          <ac:spMkLst>
            <pc:docMk/>
            <pc:sldMk cId="3587713793" sldId="268"/>
            <ac:spMk id="41" creationId="{CF376CE7-CECD-0EB4-FC45-23EFE012F562}"/>
          </ac:spMkLst>
        </pc:spChg>
        <pc:spChg chg="mod">
          <ac:chgData name="Anunay Chandra" userId="e8d35c00-f96a-4b95-a526-5ed9652dc94e" providerId="ADAL" clId="{D9C7CA04-BD47-4046-A564-C0DF1EACE739}" dt="2026-09-01T17:38:47.032" v="368" actId="1037"/>
          <ac:spMkLst>
            <pc:docMk/>
            <pc:sldMk cId="3587713793" sldId="268"/>
            <ac:spMk id="42" creationId="{165675D3-4F37-D422-F895-7668FFF96378}"/>
          </ac:spMkLst>
        </pc:spChg>
        <pc:spChg chg="mod">
          <ac:chgData name="Anunay Chandra" userId="e8d35c00-f96a-4b95-a526-5ed9652dc94e" providerId="ADAL" clId="{D9C7CA04-BD47-4046-A564-C0DF1EACE739}" dt="2026-09-01T17:48:09.635" v="652" actId="1076"/>
          <ac:spMkLst>
            <pc:docMk/>
            <pc:sldMk cId="3587713793" sldId="268"/>
            <ac:spMk id="43" creationId="{2643523F-32B8-8C4C-E643-C4ACB5870581}"/>
          </ac:spMkLst>
        </pc:spChg>
        <pc:spChg chg="mod">
          <ac:chgData name="Anunay Chandra" userId="e8d35c00-f96a-4b95-a526-5ed9652dc94e" providerId="ADAL" clId="{D9C7CA04-BD47-4046-A564-C0DF1EACE739}" dt="2026-09-01T17:48:09.635" v="652" actId="1076"/>
          <ac:spMkLst>
            <pc:docMk/>
            <pc:sldMk cId="3587713793" sldId="268"/>
            <ac:spMk id="44" creationId="{0FAA715B-9F00-D1DD-AFFC-D21BB4726911}"/>
          </ac:spMkLst>
        </pc:spChg>
        <pc:spChg chg="mod">
          <ac:chgData name="Anunay Chandra" userId="e8d35c00-f96a-4b95-a526-5ed9652dc94e" providerId="ADAL" clId="{D9C7CA04-BD47-4046-A564-C0DF1EACE739}" dt="2026-09-01T17:53:44.195" v="690" actId="1036"/>
          <ac:spMkLst>
            <pc:docMk/>
            <pc:sldMk cId="3587713793" sldId="268"/>
            <ac:spMk id="45" creationId="{489D4B84-5048-D3FA-E69E-512D0AA81514}"/>
          </ac:spMkLst>
        </pc:spChg>
        <pc:spChg chg="mod">
          <ac:chgData name="Anunay Chandra" userId="e8d35c00-f96a-4b95-a526-5ed9652dc94e" providerId="ADAL" clId="{D9C7CA04-BD47-4046-A564-C0DF1EACE739}" dt="2026-09-01T17:48:09.635" v="652" actId="1076"/>
          <ac:spMkLst>
            <pc:docMk/>
            <pc:sldMk cId="3587713793" sldId="268"/>
            <ac:spMk id="47" creationId="{D144ACE6-FCC4-3775-BD71-5F9A266BF649}"/>
          </ac:spMkLst>
        </pc:spChg>
        <pc:spChg chg="del">
          <ac:chgData name="Anunay Chandra" userId="e8d35c00-f96a-4b95-a526-5ed9652dc94e" providerId="ADAL" clId="{D9C7CA04-BD47-4046-A564-C0DF1EACE739}" dt="2026-09-01T17:39:58.962" v="493" actId="478"/>
          <ac:spMkLst>
            <pc:docMk/>
            <pc:sldMk cId="3587713793" sldId="268"/>
            <ac:spMk id="48" creationId="{07F16820-4136-7018-2284-679D69A9231A}"/>
          </ac:spMkLst>
        </pc:spChg>
        <pc:spChg chg="add del mod">
          <ac:chgData name="Anunay Chandra" userId="e8d35c00-f96a-4b95-a526-5ed9652dc94e" providerId="ADAL" clId="{D9C7CA04-BD47-4046-A564-C0DF1EACE739}" dt="2026-09-01T17:44:43.904" v="585" actId="478"/>
          <ac:spMkLst>
            <pc:docMk/>
            <pc:sldMk cId="3587713793" sldId="268"/>
            <ac:spMk id="50" creationId="{71EAC612-99C1-FA2A-EF11-BC478C66EA42}"/>
          </ac:spMkLst>
        </pc:spChg>
        <pc:spChg chg="mod">
          <ac:chgData name="Anunay Chandra" userId="e8d35c00-f96a-4b95-a526-5ed9652dc94e" providerId="ADAL" clId="{D9C7CA04-BD47-4046-A564-C0DF1EACE739}" dt="2026-09-01T17:48:09.635" v="652" actId="1076"/>
          <ac:spMkLst>
            <pc:docMk/>
            <pc:sldMk cId="3587713793" sldId="268"/>
            <ac:spMk id="52" creationId="{AECBE0AD-7022-55C0-40A7-B6F17889A6C0}"/>
          </ac:spMkLst>
        </pc:spChg>
        <pc:spChg chg="mod">
          <ac:chgData name="Anunay Chandra" userId="e8d35c00-f96a-4b95-a526-5ed9652dc94e" providerId="ADAL" clId="{D9C7CA04-BD47-4046-A564-C0DF1EACE739}" dt="2026-09-01T17:38:34.023" v="355" actId="14100"/>
          <ac:spMkLst>
            <pc:docMk/>
            <pc:sldMk cId="3587713793" sldId="268"/>
            <ac:spMk id="53" creationId="{501AD29A-A528-1C6F-34AD-9833A071875B}"/>
          </ac:spMkLst>
        </pc:spChg>
        <pc:spChg chg="add mod">
          <ac:chgData name="Anunay Chandra" userId="e8d35c00-f96a-4b95-a526-5ed9652dc94e" providerId="ADAL" clId="{D9C7CA04-BD47-4046-A564-C0DF1EACE739}" dt="2026-09-01T17:48:25.928" v="653" actId="1076"/>
          <ac:spMkLst>
            <pc:docMk/>
            <pc:sldMk cId="3587713793" sldId="268"/>
            <ac:spMk id="54" creationId="{C9B80755-203B-30D9-495A-EF7D983ED52A}"/>
          </ac:spMkLst>
        </pc:spChg>
        <pc:spChg chg="add mod">
          <ac:chgData name="Anunay Chandra" userId="e8d35c00-f96a-4b95-a526-5ed9652dc94e" providerId="ADAL" clId="{D9C7CA04-BD47-4046-A564-C0DF1EACE739}" dt="2026-09-01T17:48:25.928" v="653" actId="1076"/>
          <ac:spMkLst>
            <pc:docMk/>
            <pc:sldMk cId="3587713793" sldId="268"/>
            <ac:spMk id="56" creationId="{8D78F3DD-29FA-9629-D370-0524DABB9E7F}"/>
          </ac:spMkLst>
        </pc:spChg>
        <pc:spChg chg="add mod">
          <ac:chgData name="Anunay Chandra" userId="e8d35c00-f96a-4b95-a526-5ed9652dc94e" providerId="ADAL" clId="{D9C7CA04-BD47-4046-A564-C0DF1EACE739}" dt="2026-09-01T17:48:25.928" v="653" actId="1076"/>
          <ac:spMkLst>
            <pc:docMk/>
            <pc:sldMk cId="3587713793" sldId="268"/>
            <ac:spMk id="58" creationId="{CE8F8FAA-0555-38FE-4CEA-447E12802F94}"/>
          </ac:spMkLst>
        </pc:spChg>
        <pc:spChg chg="add mod">
          <ac:chgData name="Anunay Chandra" userId="e8d35c00-f96a-4b95-a526-5ed9652dc94e" providerId="ADAL" clId="{D9C7CA04-BD47-4046-A564-C0DF1EACE739}" dt="2026-09-01T17:48:25.928" v="653" actId="1076"/>
          <ac:spMkLst>
            <pc:docMk/>
            <pc:sldMk cId="3587713793" sldId="268"/>
            <ac:spMk id="60" creationId="{70C1E641-FE4F-F9FB-E546-F7342A686AA1}"/>
          </ac:spMkLst>
        </pc:spChg>
        <pc:spChg chg="add mod ord">
          <ac:chgData name="Anunay Chandra" userId="e8d35c00-f96a-4b95-a526-5ed9652dc94e" providerId="ADAL" clId="{D9C7CA04-BD47-4046-A564-C0DF1EACE739}" dt="2026-09-01T17:48:25.928" v="653" actId="1076"/>
          <ac:spMkLst>
            <pc:docMk/>
            <pc:sldMk cId="3587713793" sldId="268"/>
            <ac:spMk id="61" creationId="{C676429B-1D5C-4821-0699-0E546CFCC7B8}"/>
          </ac:spMkLst>
        </pc:spChg>
        <pc:picChg chg="add del mod">
          <ac:chgData name="Anunay Chandra" userId="e8d35c00-f96a-4b95-a526-5ed9652dc94e" providerId="ADAL" clId="{D9C7CA04-BD47-4046-A564-C0DF1EACE739}" dt="2026-09-01T17:44:08.853" v="525" actId="22"/>
          <ac:picMkLst>
            <pc:docMk/>
            <pc:sldMk cId="3587713793" sldId="268"/>
            <ac:picMk id="14" creationId="{F73E7422-EFA4-4C81-DBB7-EA37F41B648D}"/>
          </ac:picMkLst>
        </pc:picChg>
        <pc:picChg chg="add mod">
          <ac:chgData name="Anunay Chandra" userId="e8d35c00-f96a-4b95-a526-5ed9652dc94e" providerId="ADAL" clId="{D9C7CA04-BD47-4046-A564-C0DF1EACE739}" dt="2026-09-01T17:48:25.928" v="653" actId="1076"/>
          <ac:picMkLst>
            <pc:docMk/>
            <pc:sldMk cId="3587713793" sldId="268"/>
            <ac:picMk id="26" creationId="{BDD80F4F-29D6-509E-F84D-5827355B4107}"/>
          </ac:picMkLst>
        </pc:picChg>
        <pc:picChg chg="mod">
          <ac:chgData name="Anunay Chandra" userId="e8d35c00-f96a-4b95-a526-5ed9652dc94e" providerId="ADAL" clId="{D9C7CA04-BD47-4046-A564-C0DF1EACE739}" dt="2026-09-01T17:53:23.249" v="682" actId="1038"/>
          <ac:picMkLst>
            <pc:docMk/>
            <pc:sldMk cId="3587713793" sldId="268"/>
            <ac:picMk id="33" creationId="{8EC99FF7-0317-36FC-8C4F-870DEFFE8F92}"/>
          </ac:picMkLst>
        </pc:picChg>
        <pc:picChg chg="mod">
          <ac:chgData name="Anunay Chandra" userId="e8d35c00-f96a-4b95-a526-5ed9652dc94e" providerId="ADAL" clId="{D9C7CA04-BD47-4046-A564-C0DF1EACE739}" dt="2026-09-01T17:40:05.438" v="498" actId="1036"/>
          <ac:picMkLst>
            <pc:docMk/>
            <pc:sldMk cId="3587713793" sldId="268"/>
            <ac:picMk id="36" creationId="{C7F3E023-0469-A21D-0F59-414AFCB48FE3}"/>
          </ac:picMkLst>
        </pc:picChg>
        <pc:picChg chg="mod">
          <ac:chgData name="Anunay Chandra" userId="e8d35c00-f96a-4b95-a526-5ed9652dc94e" providerId="ADAL" clId="{D9C7CA04-BD47-4046-A564-C0DF1EACE739}" dt="2026-09-01T17:53:23.249" v="682" actId="1038"/>
          <ac:picMkLst>
            <pc:docMk/>
            <pc:sldMk cId="3587713793" sldId="268"/>
            <ac:picMk id="46" creationId="{C9616D2D-F99E-44C6-F8BA-0285D5E6700F}"/>
          </ac:picMkLst>
        </pc:picChg>
        <pc:picChg chg="mod">
          <ac:chgData name="Anunay Chandra" userId="e8d35c00-f96a-4b95-a526-5ed9652dc94e" providerId="ADAL" clId="{D9C7CA04-BD47-4046-A564-C0DF1EACE739}" dt="2026-09-01T17:40:05.438" v="498" actId="1036"/>
          <ac:picMkLst>
            <pc:docMk/>
            <pc:sldMk cId="3587713793" sldId="268"/>
            <ac:picMk id="49" creationId="{9B8A0857-B949-89FB-6017-1235B761559A}"/>
          </ac:picMkLst>
        </pc:picChg>
      </pc:sldChg>
      <pc:sldChg chg="addSp delSp modSp add mod">
        <pc:chgData name="Anunay Chandra" userId="e8d35c00-f96a-4b95-a526-5ed9652dc94e" providerId="ADAL" clId="{D9C7CA04-BD47-4046-A564-C0DF1EACE739}" dt="2026-09-01T17:58:43.483" v="720" actId="208"/>
        <pc:sldMkLst>
          <pc:docMk/>
          <pc:sldMk cId="236534382" sldId="269"/>
        </pc:sldMkLst>
        <pc:spChg chg="mod">
          <ac:chgData name="Anunay Chandra" userId="e8d35c00-f96a-4b95-a526-5ed9652dc94e" providerId="ADAL" clId="{D9C7CA04-BD47-4046-A564-C0DF1EACE739}" dt="2026-09-01T17:58:43.483" v="720" actId="208"/>
          <ac:spMkLst>
            <pc:docMk/>
            <pc:sldMk cId="236534382" sldId="269"/>
            <ac:spMk id="4" creationId="{4C375042-962A-2B89-787F-14BCE9BC8274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5" creationId="{11C0DCDC-F9F3-8F19-E23B-0E80EDA69C19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9" creationId="{18FB18DC-B310-32F9-8BCF-FD5E4915534C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11" creationId="{DEE9CEFC-1831-30D8-A9BC-4224D91CE57B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13" creationId="{ED1DA829-C43A-0135-5138-C55C6723F204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24" creationId="{7DC27DCF-45A4-36B7-6A2B-7DD00CF1D7C2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32" creationId="{4CAFEF98-A141-19C9-CDA2-3F7C7718497A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33" creationId="{E8F706FC-06CB-0626-FDA2-E769F570C180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34" creationId="{5877AA0D-F69A-3CEC-B723-22B48A84870D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35" creationId="{D359872C-8A54-E52B-6439-4F4650FB7C1D}"/>
          </ac:spMkLst>
        </pc:spChg>
        <pc:spChg chg="mod">
          <ac:chgData name="Anunay Chandra" userId="e8d35c00-f96a-4b95-a526-5ed9652dc94e" providerId="ADAL" clId="{D9C7CA04-BD47-4046-A564-C0DF1EACE739}" dt="2026-09-01T17:58:43.483" v="720" actId="208"/>
          <ac:spMkLst>
            <pc:docMk/>
            <pc:sldMk cId="236534382" sldId="269"/>
            <ac:spMk id="36" creationId="{0E1DFACD-123E-012B-C32D-54BE4C8FA5E7}"/>
          </ac:spMkLst>
        </pc:spChg>
        <pc:spChg chg="mod">
          <ac:chgData name="Anunay Chandra" userId="e8d35c00-f96a-4b95-a526-5ed9652dc94e" providerId="ADAL" clId="{D9C7CA04-BD47-4046-A564-C0DF1EACE739}" dt="2026-09-01T17:55:46.239" v="710" actId="1038"/>
          <ac:spMkLst>
            <pc:docMk/>
            <pc:sldMk cId="236534382" sldId="269"/>
            <ac:spMk id="42" creationId="{598CC86B-31C9-BA50-CEEF-FAFD9EEB8DC4}"/>
          </ac:spMkLst>
        </pc:spChg>
        <pc:spChg chg="add mod">
          <ac:chgData name="Anunay Chandra" userId="e8d35c00-f96a-4b95-a526-5ed9652dc94e" providerId="ADAL" clId="{D9C7CA04-BD47-4046-A564-C0DF1EACE739}" dt="2026-09-01T17:58:43.483" v="720" actId="208"/>
          <ac:spMkLst>
            <pc:docMk/>
            <pc:sldMk cId="236534382" sldId="269"/>
            <ac:spMk id="45" creationId="{416BE091-EF34-E47B-57AC-14DC7A8AA932}"/>
          </ac:spMkLst>
        </pc:spChg>
        <pc:spChg chg="del">
          <ac:chgData name="Anunay Chandra" userId="e8d35c00-f96a-4b95-a526-5ed9652dc94e" providerId="ADAL" clId="{D9C7CA04-BD47-4046-A564-C0DF1EACE739}" dt="2026-09-01T17:55:07.557" v="700" actId="21"/>
          <ac:spMkLst>
            <pc:docMk/>
            <pc:sldMk cId="236534382" sldId="269"/>
            <ac:spMk id="46" creationId="{39E3480E-D5C9-FF9C-DB8D-EF7148C3141B}"/>
          </ac:spMkLst>
        </pc:spChg>
        <pc:spChg chg="del">
          <ac:chgData name="Anunay Chandra" userId="e8d35c00-f96a-4b95-a526-5ed9652dc94e" providerId="ADAL" clId="{D9C7CA04-BD47-4046-A564-C0DF1EACE739}" dt="2026-09-01T17:55:05.830" v="699" actId="478"/>
          <ac:spMkLst>
            <pc:docMk/>
            <pc:sldMk cId="236534382" sldId="269"/>
            <ac:spMk id="47" creationId="{EA62B36B-FC3B-6380-8FC2-D9E842AA5E26}"/>
          </ac:spMkLst>
        </pc:spChg>
        <pc:spChg chg="del">
          <ac:chgData name="Anunay Chandra" userId="e8d35c00-f96a-4b95-a526-5ed9652dc94e" providerId="ADAL" clId="{D9C7CA04-BD47-4046-A564-C0DF1EACE739}" dt="2026-09-01T17:55:05.830" v="699" actId="478"/>
          <ac:spMkLst>
            <pc:docMk/>
            <pc:sldMk cId="236534382" sldId="269"/>
            <ac:spMk id="48" creationId="{68EA634F-7D17-2B6F-948C-B6416CFCFF98}"/>
          </ac:spMkLst>
        </pc:spChg>
        <pc:spChg chg="del">
          <ac:chgData name="Anunay Chandra" userId="e8d35c00-f96a-4b95-a526-5ed9652dc94e" providerId="ADAL" clId="{D9C7CA04-BD47-4046-A564-C0DF1EACE739}" dt="2026-09-01T17:55:05.830" v="699" actId="478"/>
          <ac:spMkLst>
            <pc:docMk/>
            <pc:sldMk cId="236534382" sldId="269"/>
            <ac:spMk id="50" creationId="{6A07E846-7B44-E91E-9390-BDA003CC23AA}"/>
          </ac:spMkLst>
        </pc:spChg>
        <pc:spChg chg="del">
          <ac:chgData name="Anunay Chandra" userId="e8d35c00-f96a-4b95-a526-5ed9652dc94e" providerId="ADAL" clId="{D9C7CA04-BD47-4046-A564-C0DF1EACE739}" dt="2026-09-01T17:55:05.830" v="699" actId="478"/>
          <ac:spMkLst>
            <pc:docMk/>
            <pc:sldMk cId="236534382" sldId="269"/>
            <ac:spMk id="51" creationId="{9E84F6E5-4CE8-8C65-E0ED-E5092D07B46F}"/>
          </ac:spMkLst>
        </pc:spChg>
        <pc:spChg chg="del">
          <ac:chgData name="Anunay Chandra" userId="e8d35c00-f96a-4b95-a526-5ed9652dc94e" providerId="ADAL" clId="{D9C7CA04-BD47-4046-A564-C0DF1EACE739}" dt="2026-09-01T17:55:05.830" v="699" actId="478"/>
          <ac:spMkLst>
            <pc:docMk/>
            <pc:sldMk cId="236534382" sldId="269"/>
            <ac:spMk id="52" creationId="{15500CB0-2E74-6642-3815-035EE1F51408}"/>
          </ac:spMkLst>
        </pc:spChg>
        <pc:spChg chg="del">
          <ac:chgData name="Anunay Chandra" userId="e8d35c00-f96a-4b95-a526-5ed9652dc94e" providerId="ADAL" clId="{D9C7CA04-BD47-4046-A564-C0DF1EACE739}" dt="2026-09-01T17:55:05.830" v="699" actId="478"/>
          <ac:spMkLst>
            <pc:docMk/>
            <pc:sldMk cId="236534382" sldId="269"/>
            <ac:spMk id="53" creationId="{0DE0029E-2381-7EA7-410A-9EEA46DEDE73}"/>
          </ac:spMkLst>
        </pc:spChg>
        <pc:spChg chg="add mod">
          <ac:chgData name="Anunay Chandra" userId="e8d35c00-f96a-4b95-a526-5ed9652dc94e" providerId="ADAL" clId="{D9C7CA04-BD47-4046-A564-C0DF1EACE739}" dt="2026-09-01T17:58:43.483" v="720" actId="208"/>
          <ac:spMkLst>
            <pc:docMk/>
            <pc:sldMk cId="236534382" sldId="269"/>
            <ac:spMk id="58" creationId="{49789F2D-2D93-0013-BDB8-3CBCA7802926}"/>
          </ac:spMkLst>
        </pc:spChg>
        <pc:picChg chg="del">
          <ac:chgData name="Anunay Chandra" userId="e8d35c00-f96a-4b95-a526-5ed9652dc94e" providerId="ADAL" clId="{D9C7CA04-BD47-4046-A564-C0DF1EACE739}" dt="2026-09-01T17:55:05.830" v="699" actId="478"/>
          <ac:picMkLst>
            <pc:docMk/>
            <pc:sldMk cId="236534382" sldId="269"/>
            <ac:picMk id="49" creationId="{44055EF5-6CC7-9876-71E3-8B0B410EF616}"/>
          </ac:picMkLst>
        </pc:picChg>
      </pc:sldChg>
      <pc:sldChg chg="add ord">
        <pc:chgData name="Anunay Chandra" userId="e8d35c00-f96a-4b95-a526-5ed9652dc94e" providerId="ADAL" clId="{D9C7CA04-BD47-4046-A564-C0DF1EACE739}" dt="2026-09-01T17:54:36.064" v="698"/>
        <pc:sldMkLst>
          <pc:docMk/>
          <pc:sldMk cId="3930137072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AF83-FF98-393B-105B-B9AA6B8B3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51584-0B2D-5707-0FED-A47DA5D67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82D53-D6F2-6892-D9FE-C3E804CAF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https://cds.climate.copernicus.eu/datasets/reanalysis-era5-single-levels?tab=overview — ERA5 reanalysis description, hourly estimates and regular 0.25-degree product.
- User-provided project details — years, spatial domain, variables, target, temporal split, tensor shapes and model-input design.
- User-provided Maharashtra grid image: /mnt/data/4.png.
- Sensitivity values transcribed from the user-provided lead-time and history-window plots previously supplied in this chat.
- User-provided template image: /mnt/data/image.png.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81199-04BC-1A46-C7A0-DD8E0CC96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1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https://cds.climate.copernicus.eu/datasets/reanalysis-era5-single-levels?tab=overview — ERA5 reanalysis description, hourly estimates and regular 0.25-degree product.
- User-provided project details — years, spatial domain, variables, target, temporal split, tensor shapes and model-input design.
- User-provided Maharashtra grid image: /mnt/data/4.png.
- Sensitivity values transcribed from the user-provided lead-time and history-window plots previously supplied in this chat.
- User-provided template image: /mnt/data/image.png.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CS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" y="713232"/>
            <a:ext cx="11301984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8932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8932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8CC3-FE7D-460C-6DAE-697F150E7E94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57" name="Shape 29">
            <a:extLst>
              <a:ext uri="{FF2B5EF4-FFF2-40B4-BE49-F238E27FC236}">
                <a16:creationId xmlns:a16="http://schemas.microsoft.com/office/drawing/2014/main" id="{A90E1DF5-0821-8132-9949-AEC736E58D92}"/>
              </a:ext>
            </a:extLst>
          </p:cNvPr>
          <p:cNvSpPr/>
          <p:nvPr/>
        </p:nvSpPr>
        <p:spPr>
          <a:xfrm>
            <a:off x="4768690" y="5782456"/>
            <a:ext cx="3337560" cy="329184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477E380-1836-B94C-CCF0-8B637FBF0D38}"/>
              </a:ext>
            </a:extLst>
          </p:cNvPr>
          <p:cNvSpPr/>
          <p:nvPr/>
        </p:nvSpPr>
        <p:spPr>
          <a:xfrm>
            <a:off x="475488" y="153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16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Framing, ERA5 Inputs and Forecast Configuration</a:t>
            </a:r>
            <a:endParaRPr lang="en-US" sz="2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558E71-336C-2795-0350-EB84303697C1}"/>
              </a:ext>
            </a:extLst>
          </p:cNvPr>
          <p:cNvSpPr/>
          <p:nvPr/>
        </p:nvSpPr>
        <p:spPr>
          <a:xfrm>
            <a:off x="493776" y="555528"/>
            <a:ext cx="10789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A7D"/>
                </a:solidFill>
              </a:rPr>
              <a:t>Can standard ML/DL families learn a heterogeneous rainfall regime well enough to provide a useful 6-hour warning?</a:t>
            </a:r>
            <a:endParaRPr lang="en-US" sz="9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375042-962A-2B89-787F-14BCE9BC8274}"/>
              </a:ext>
            </a:extLst>
          </p:cNvPr>
          <p:cNvSpPr/>
          <p:nvPr/>
        </p:nvSpPr>
        <p:spPr>
          <a:xfrm>
            <a:off x="4559130" y="810732"/>
            <a:ext cx="3794760" cy="5321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" dist="2540" dir="27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C0DCDC-F9F3-8F19-E23B-0E80EDA69C19}"/>
              </a:ext>
            </a:extLst>
          </p:cNvPr>
          <p:cNvSpPr/>
          <p:nvPr/>
        </p:nvSpPr>
        <p:spPr>
          <a:xfrm>
            <a:off x="4778586" y="99361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80" dirty="0">
                <a:solidFill>
                  <a:srgbClr val="2167D5"/>
                </a:solidFill>
              </a:rPr>
              <a:t>RESEARCH STATEMENT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CDBE377-F7E1-21B6-7AE7-E18CBAEA8AD2}"/>
              </a:ext>
            </a:extLst>
          </p:cNvPr>
          <p:cNvSpPr/>
          <p:nvPr/>
        </p:nvSpPr>
        <p:spPr>
          <a:xfrm>
            <a:off x="4768690" y="1140787"/>
            <a:ext cx="3297976" cy="3492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b="1" dirty="0">
                <a:solidFill>
                  <a:srgbClr val="202733"/>
                </a:solidFill>
              </a:rPr>
              <a:t>Predict grid-level rainfall 6 hours ahead</a:t>
            </a:r>
            <a:endParaRPr lang="en-US" sz="1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B896EB-165D-B7BD-72F6-CE76CED543A9}"/>
              </a:ext>
            </a:extLst>
          </p:cNvPr>
          <p:cNvSpPr/>
          <p:nvPr/>
        </p:nvSpPr>
        <p:spPr>
          <a:xfrm>
            <a:off x="4768690" y="1614890"/>
            <a:ext cx="3347456" cy="862939"/>
          </a:xfrm>
          <a:prstGeom prst="roundRect">
            <a:avLst>
              <a:gd name="adj" fmla="val 8000"/>
            </a:avLst>
          </a:prstGeom>
          <a:solidFill>
            <a:srgbClr val="F1F6FD"/>
          </a:solidFill>
          <a:ln w="10160">
            <a:solidFill>
              <a:srgbClr val="D7E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3AEDE7-7008-8AB7-1AAA-6D2817EAE6AB}"/>
              </a:ext>
            </a:extLst>
          </p:cNvPr>
          <p:cNvSpPr/>
          <p:nvPr/>
        </p:nvSpPr>
        <p:spPr>
          <a:xfrm>
            <a:off x="4885306" y="1724618"/>
            <a:ext cx="3162952" cy="644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Positioning : Not a new architecture. A controlled test of model families under sharp topographic and rainfall variability as seen in the regions of Maharashtra.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FB18DC-B310-32F9-8BCF-FD5E4915534C}"/>
              </a:ext>
            </a:extLst>
          </p:cNvPr>
          <p:cNvSpPr/>
          <p:nvPr/>
        </p:nvSpPr>
        <p:spPr>
          <a:xfrm>
            <a:off x="4788482" y="254959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6F4BD8"/>
                </a:solidFill>
              </a:rPr>
              <a:t>ERA5 INPUT DATA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9715E36-996D-A72C-A5BA-9E18DBD1D05C}"/>
              </a:ext>
            </a:extLst>
          </p:cNvPr>
          <p:cNvSpPr/>
          <p:nvPr/>
        </p:nvSpPr>
        <p:spPr>
          <a:xfrm>
            <a:off x="4778586" y="2758404"/>
            <a:ext cx="3337560" cy="329184"/>
          </a:xfrm>
          <a:prstGeom prst="rect">
            <a:avLst/>
          </a:prstGeom>
          <a:solidFill>
            <a:srgbClr val="F4F7FB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EE9CEFC-1831-30D8-A9BC-4224D91CE57B}"/>
              </a:ext>
            </a:extLst>
          </p:cNvPr>
          <p:cNvSpPr/>
          <p:nvPr/>
        </p:nvSpPr>
        <p:spPr>
          <a:xfrm>
            <a:off x="4888314" y="282241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Coverage</a:t>
            </a:r>
            <a:endParaRPr lang="en-US" sz="83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2915BE-735D-77CE-45A8-717ACC0599CE}"/>
              </a:ext>
            </a:extLst>
          </p:cNvPr>
          <p:cNvSpPr/>
          <p:nvPr/>
        </p:nvSpPr>
        <p:spPr>
          <a:xfrm>
            <a:off x="5692986" y="281326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2016–2025, hourly</a:t>
            </a:r>
            <a:endParaRPr lang="en-US" sz="82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D1DA829-C43A-0135-5138-C55C6723F204}"/>
              </a:ext>
            </a:extLst>
          </p:cNvPr>
          <p:cNvSpPr/>
          <p:nvPr/>
        </p:nvSpPr>
        <p:spPr>
          <a:xfrm>
            <a:off x="4778586" y="3096732"/>
            <a:ext cx="3337560" cy="329184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85FEF16-CEB2-E3E3-56CE-8A2236E1B9DB}"/>
              </a:ext>
            </a:extLst>
          </p:cNvPr>
          <p:cNvSpPr/>
          <p:nvPr/>
        </p:nvSpPr>
        <p:spPr>
          <a:xfrm>
            <a:off x="4888314" y="31607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Domain</a:t>
            </a:r>
            <a:endParaRPr lang="en-US" sz="83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7B2FCA5-A01C-0FFA-2479-7F78E634B692}"/>
              </a:ext>
            </a:extLst>
          </p:cNvPr>
          <p:cNvSpPr/>
          <p:nvPr/>
        </p:nvSpPr>
        <p:spPr>
          <a:xfrm>
            <a:off x="5692986" y="315159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15–22°N, 70–78°E</a:t>
            </a:r>
            <a:endParaRPr lang="en-US" sz="82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6CE0B68-C096-642C-4280-41B6DD6FC4CA}"/>
              </a:ext>
            </a:extLst>
          </p:cNvPr>
          <p:cNvSpPr/>
          <p:nvPr/>
        </p:nvSpPr>
        <p:spPr>
          <a:xfrm>
            <a:off x="4778586" y="3435060"/>
            <a:ext cx="3337560" cy="329184"/>
          </a:xfrm>
          <a:prstGeom prst="rect">
            <a:avLst/>
          </a:prstGeom>
          <a:solidFill>
            <a:srgbClr val="F4F7FB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AFBB619-44CA-BC83-B8FC-0F1BC1ECE729}"/>
              </a:ext>
            </a:extLst>
          </p:cNvPr>
          <p:cNvSpPr/>
          <p:nvPr/>
        </p:nvSpPr>
        <p:spPr>
          <a:xfrm>
            <a:off x="4888314" y="349906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Grid</a:t>
            </a:r>
            <a:endParaRPr lang="en-US" sz="83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82AA406-6196-C22B-D527-0CEE97A87663}"/>
              </a:ext>
            </a:extLst>
          </p:cNvPr>
          <p:cNvSpPr/>
          <p:nvPr/>
        </p:nvSpPr>
        <p:spPr>
          <a:xfrm>
            <a:off x="5692986" y="3489924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0.25°; 29 × 33 = 957 cells/hour</a:t>
            </a:r>
            <a:endParaRPr lang="en-US" sz="82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C23A0E1-9F76-EA76-8252-0FAB3C115D2F}"/>
              </a:ext>
            </a:extLst>
          </p:cNvPr>
          <p:cNvSpPr/>
          <p:nvPr/>
        </p:nvSpPr>
        <p:spPr>
          <a:xfrm>
            <a:off x="4778586" y="3773388"/>
            <a:ext cx="3337560" cy="438912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7F257E6-B9C5-8E3C-0B59-B6970CF95445}"/>
              </a:ext>
            </a:extLst>
          </p:cNvPr>
          <p:cNvSpPr/>
          <p:nvPr/>
        </p:nvSpPr>
        <p:spPr>
          <a:xfrm>
            <a:off x="4888314" y="383739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Single level (10)</a:t>
            </a:r>
            <a:endParaRPr lang="en-US" sz="83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B57FED3-389B-B55F-7CA8-4E015D83BC16}"/>
              </a:ext>
            </a:extLst>
          </p:cNvPr>
          <p:cNvSpPr/>
          <p:nvPr/>
        </p:nvSpPr>
        <p:spPr>
          <a:xfrm>
            <a:off x="5692986" y="382825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CAPE, sp, tcwv, msl, blh, tcc, u10, v10, t2m, d2m</a:t>
            </a:r>
            <a:endParaRPr lang="en-US" sz="82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A32B9FE-7181-E58A-C9A9-8B877BB8DEDE}"/>
              </a:ext>
            </a:extLst>
          </p:cNvPr>
          <p:cNvSpPr/>
          <p:nvPr/>
        </p:nvSpPr>
        <p:spPr>
          <a:xfrm>
            <a:off x="4778586" y="4221444"/>
            <a:ext cx="3337560" cy="438912"/>
          </a:xfrm>
          <a:prstGeom prst="rect">
            <a:avLst/>
          </a:prstGeom>
          <a:solidFill>
            <a:srgbClr val="F4F7FB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54842B1-5B76-69AB-1B61-69BB7F30E416}"/>
              </a:ext>
            </a:extLst>
          </p:cNvPr>
          <p:cNvSpPr/>
          <p:nvPr/>
        </p:nvSpPr>
        <p:spPr>
          <a:xfrm>
            <a:off x="4888314" y="428545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Pressure level (5)</a:t>
            </a:r>
            <a:endParaRPr lang="en-US" sz="83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DC27DCF-45A4-36B7-6A2B-7DD00CF1D7C2}"/>
              </a:ext>
            </a:extLst>
          </p:cNvPr>
          <p:cNvSpPr/>
          <p:nvPr/>
        </p:nvSpPr>
        <p:spPr>
          <a:xfrm>
            <a:off x="5692986" y="427630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w at 500 &amp; 700 hPa; u, v, q at 850 hPa</a:t>
            </a:r>
            <a:endParaRPr lang="en-US" sz="82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3D8EFBF-CB46-D48F-D48A-6105155CB9AD}"/>
              </a:ext>
            </a:extLst>
          </p:cNvPr>
          <p:cNvSpPr/>
          <p:nvPr/>
        </p:nvSpPr>
        <p:spPr>
          <a:xfrm>
            <a:off x="4778586" y="4669500"/>
            <a:ext cx="3337560" cy="329184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1E51C21-8E95-2718-9B78-5167C52DC052}"/>
              </a:ext>
            </a:extLst>
          </p:cNvPr>
          <p:cNvSpPr/>
          <p:nvPr/>
        </p:nvSpPr>
        <p:spPr>
          <a:xfrm>
            <a:off x="4888314" y="47335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Target</a:t>
            </a:r>
            <a:endParaRPr lang="en-US" sz="83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7AC7D2D-AD97-96EB-53ED-19C78B7913FF}"/>
              </a:ext>
            </a:extLst>
          </p:cNvPr>
          <p:cNvSpPr/>
          <p:nvPr/>
        </p:nvSpPr>
        <p:spPr>
          <a:xfrm>
            <a:off x="5692986" y="4724364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Hourly total precipitation (tp)</a:t>
            </a:r>
            <a:endParaRPr lang="en-US" sz="82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390B628-BB95-2D02-ED52-44C231F4848C}"/>
              </a:ext>
            </a:extLst>
          </p:cNvPr>
          <p:cNvSpPr/>
          <p:nvPr/>
        </p:nvSpPr>
        <p:spPr>
          <a:xfrm>
            <a:off x="4778586" y="5007828"/>
            <a:ext cx="3337560" cy="438912"/>
          </a:xfrm>
          <a:prstGeom prst="rect">
            <a:avLst/>
          </a:prstGeom>
          <a:solidFill>
            <a:srgbClr val="F4F7FB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0CE3873-B0DD-D135-7150-EC6CC0F7C384}"/>
              </a:ext>
            </a:extLst>
          </p:cNvPr>
          <p:cNvSpPr/>
          <p:nvPr/>
        </p:nvSpPr>
        <p:spPr>
          <a:xfrm>
            <a:off x="4888314" y="507183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Added predictors</a:t>
            </a:r>
            <a:endParaRPr lang="en-US" sz="83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B63BA65-006E-8F40-533F-EE57991618D7}"/>
              </a:ext>
            </a:extLst>
          </p:cNvPr>
          <p:cNvSpPr/>
          <p:nvPr/>
        </p:nvSpPr>
        <p:spPr>
          <a:xfrm>
            <a:off x="5692986" y="506269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Past rainfall + hour/doy sine–cosine encodings</a:t>
            </a:r>
            <a:endParaRPr lang="en-US" sz="82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940673F-A708-E878-3ED4-554D95B50755}"/>
              </a:ext>
            </a:extLst>
          </p:cNvPr>
          <p:cNvSpPr/>
          <p:nvPr/>
        </p:nvSpPr>
        <p:spPr>
          <a:xfrm>
            <a:off x="4778586" y="5455884"/>
            <a:ext cx="3337560" cy="329184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CAFEF98-A141-19C9-CDA2-3F7C7718497A}"/>
              </a:ext>
            </a:extLst>
          </p:cNvPr>
          <p:cNvSpPr/>
          <p:nvPr/>
        </p:nvSpPr>
        <p:spPr>
          <a:xfrm>
            <a:off x="4888314" y="55198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Final tensor</a:t>
            </a:r>
            <a:endParaRPr lang="en-US" sz="83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8F706FC-06CB-0626-FDA2-E769F570C180}"/>
              </a:ext>
            </a:extLst>
          </p:cNvPr>
          <p:cNvSpPr/>
          <p:nvPr/>
        </p:nvSpPr>
        <p:spPr>
          <a:xfrm>
            <a:off x="5692986" y="551074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02733"/>
                </a:solidFill>
              </a:rPr>
              <a:t>X: (87672, 957, 20); y: (87672, 957)</a:t>
            </a:r>
            <a:endParaRPr lang="en-US" sz="8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877AA0D-F69A-3CEC-B723-22B48A84870D}"/>
              </a:ext>
            </a:extLst>
          </p:cNvPr>
          <p:cNvSpPr/>
          <p:nvPr/>
        </p:nvSpPr>
        <p:spPr>
          <a:xfrm>
            <a:off x="4853242" y="590394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Temporal split</a:t>
            </a:r>
            <a:endParaRPr lang="en-US" sz="83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359872C-8A54-E52B-6439-4F4650FB7C1D}"/>
              </a:ext>
            </a:extLst>
          </p:cNvPr>
          <p:cNvSpPr/>
          <p:nvPr/>
        </p:nvSpPr>
        <p:spPr>
          <a:xfrm>
            <a:off x="5712778" y="5894796"/>
            <a:ext cx="2267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78A67"/>
                </a:solidFill>
              </a:rPr>
              <a:t>Train 2016–22  |  Val 2023  |  Test 2024–25</a:t>
            </a:r>
            <a:endParaRPr lang="en-US" sz="84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E1DFACD-123E-012B-C32D-54BE4C8FA5E7}"/>
              </a:ext>
            </a:extLst>
          </p:cNvPr>
          <p:cNvSpPr/>
          <p:nvPr/>
        </p:nvSpPr>
        <p:spPr>
          <a:xfrm>
            <a:off x="8527626" y="810732"/>
            <a:ext cx="3154680" cy="5321808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" dist="2540" dir="27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677518B-171B-F487-FB3A-0DCF73DFA3B3}"/>
              </a:ext>
            </a:extLst>
          </p:cNvPr>
          <p:cNvSpPr/>
          <p:nvPr/>
        </p:nvSpPr>
        <p:spPr>
          <a:xfrm>
            <a:off x="8747082" y="993612"/>
            <a:ext cx="2468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178A67"/>
                </a:solidFill>
              </a:rPr>
              <a:t>CONFIGURATION SENSITIVITY</a:t>
            </a:r>
            <a:endParaRPr lang="en-US" sz="9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66CDFD1-81AC-AC01-E456-CBE6E8B8B8AA}"/>
              </a:ext>
            </a:extLst>
          </p:cNvPr>
          <p:cNvSpPr/>
          <p:nvPr/>
        </p:nvSpPr>
        <p:spPr>
          <a:xfrm>
            <a:off x="8747082" y="1201668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7D"/>
                </a:solidFill>
              </a:rPr>
              <a:t>XGBoost used as a fast diagnostic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AFDF680-A7FE-0C9E-95C0-F9BAD2E04D86}"/>
              </a:ext>
            </a:extLst>
          </p:cNvPr>
          <p:cNvSpPr/>
          <p:nvPr/>
        </p:nvSpPr>
        <p:spPr>
          <a:xfrm>
            <a:off x="9707004" y="1444796"/>
            <a:ext cx="944088" cy="27344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733"/>
                </a:solidFill>
              </a:rPr>
              <a:t>Lead time</a:t>
            </a:r>
            <a:endParaRPr lang="en-US" sz="1150" dirty="0"/>
          </a:p>
        </p:txBody>
      </p:sp>
      <p:pic>
        <p:nvPicPr>
          <p:cNvPr id="40" name="Image 0" descr="/mnt/data/lead_sensitivity_recreated.png">
            <a:extLst>
              <a:ext uri="{FF2B5EF4-FFF2-40B4-BE49-F238E27FC236}">
                <a16:creationId xmlns:a16="http://schemas.microsoft.com/office/drawing/2014/main" id="{FDB9BDA6-F486-BE82-D23D-90B7A102B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506" y="1794390"/>
            <a:ext cx="2761488" cy="1388532"/>
          </a:xfrm>
          <a:prstGeom prst="rect">
            <a:avLst/>
          </a:prstGeom>
        </p:spPr>
      </p:pic>
      <p:sp>
        <p:nvSpPr>
          <p:cNvPr id="41" name="Text 38">
            <a:extLst>
              <a:ext uri="{FF2B5EF4-FFF2-40B4-BE49-F238E27FC236}">
                <a16:creationId xmlns:a16="http://schemas.microsoft.com/office/drawing/2014/main" id="{3FF5989D-196F-519E-810A-D3F69F0FF7F1}"/>
              </a:ext>
            </a:extLst>
          </p:cNvPr>
          <p:cNvSpPr/>
          <p:nvPr/>
        </p:nvSpPr>
        <p:spPr>
          <a:xfrm>
            <a:off x="8792802" y="327046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167D5"/>
                </a:solidFill>
              </a:rPr>
              <a:t>Skill declines substantially beyond 6 h</a:t>
            </a:r>
            <a:endParaRPr lang="en-US" sz="88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598CC86B-31C9-BA50-CEEF-FAFD9EEB8DC4}"/>
              </a:ext>
            </a:extLst>
          </p:cNvPr>
          <p:cNvSpPr/>
          <p:nvPr/>
        </p:nvSpPr>
        <p:spPr>
          <a:xfrm>
            <a:off x="9568459" y="3492300"/>
            <a:ext cx="1222168" cy="263552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733"/>
                </a:solidFill>
              </a:rPr>
              <a:t>History window</a:t>
            </a:r>
            <a:endParaRPr lang="en-US" sz="1150" dirty="0"/>
          </a:p>
        </p:txBody>
      </p:sp>
      <p:pic>
        <p:nvPicPr>
          <p:cNvPr id="43" name="Image 1" descr="/mnt/data/history_sensitivity_recreated.png">
            <a:extLst>
              <a:ext uri="{FF2B5EF4-FFF2-40B4-BE49-F238E27FC236}">
                <a16:creationId xmlns:a16="http://schemas.microsoft.com/office/drawing/2014/main" id="{B378B522-04DB-3923-5A8F-4A5864DD0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506" y="3852349"/>
            <a:ext cx="2761488" cy="1387414"/>
          </a:xfrm>
          <a:prstGeom prst="rect">
            <a:avLst/>
          </a:prstGeom>
        </p:spPr>
      </p:pic>
      <p:sp>
        <p:nvSpPr>
          <p:cNvPr id="54" name="Slide Number Placeholder 0">
            <a:extLst>
              <a:ext uri="{FF2B5EF4-FFF2-40B4-BE49-F238E27FC236}">
                <a16:creationId xmlns:a16="http://schemas.microsoft.com/office/drawing/2014/main" id="{70DAD74A-EBDE-2E6F-1B5F-3EFAF7DCF3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003689" y="6535509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480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66466390-214E-84E1-6B5B-479455E5D901}"/>
              </a:ext>
            </a:extLst>
          </p:cNvPr>
          <p:cNvSpPr/>
          <p:nvPr/>
        </p:nvSpPr>
        <p:spPr>
          <a:xfrm>
            <a:off x="4777082" y="1385538"/>
            <a:ext cx="3425635" cy="27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7D"/>
                </a:solidFill>
              </a:rPr>
              <a:t>using recent atmospheric state and rainfall history</a:t>
            </a:r>
            <a:endParaRPr lang="en-US" sz="1000" dirty="0"/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DB0C4CF4-CA49-AF9C-3196-88E3926B20BA}"/>
              </a:ext>
            </a:extLst>
          </p:cNvPr>
          <p:cNvSpPr/>
          <p:nvPr/>
        </p:nvSpPr>
        <p:spPr>
          <a:xfrm>
            <a:off x="8901659" y="5299169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2167D5"/>
                </a:solidFill>
              </a:rPr>
              <a:t>Most gain is captured by the first 12 hours</a:t>
            </a:r>
            <a:endParaRPr lang="en-US" sz="850" dirty="0">
              <a:solidFill>
                <a:srgbClr val="000000"/>
              </a:solidFill>
            </a:endParaRPr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9F926771-B53B-5A49-0AB4-A56E80A0A9CF}"/>
              </a:ext>
            </a:extLst>
          </p:cNvPr>
          <p:cNvSpPr/>
          <p:nvPr/>
        </p:nvSpPr>
        <p:spPr>
          <a:xfrm>
            <a:off x="8995315" y="5511382"/>
            <a:ext cx="2260233" cy="522121"/>
          </a:xfrm>
          <a:prstGeom prst="roundRect">
            <a:avLst>
              <a:gd name="adj" fmla="val 2917"/>
            </a:avLst>
          </a:prstGeom>
          <a:solidFill>
            <a:srgbClr val="EEF5FD"/>
          </a:solidFill>
          <a:ln w="13970">
            <a:solidFill>
              <a:srgbClr val="C9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BD4EA830-A733-3F59-AF96-D0629E1F2D05}"/>
              </a:ext>
            </a:extLst>
          </p:cNvPr>
          <p:cNvSpPr/>
          <p:nvPr/>
        </p:nvSpPr>
        <p:spPr>
          <a:xfrm>
            <a:off x="9221658" y="5524524"/>
            <a:ext cx="2161902" cy="24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90" dirty="0">
                <a:solidFill>
                  <a:srgbClr val="2167D5"/>
                </a:solidFill>
              </a:rPr>
              <a:t>SELECTED OPERATING POINT</a:t>
            </a:r>
            <a:endParaRPr lang="en-US" sz="900" dirty="0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761BF354-81F5-07D9-2FA1-533770B07547}"/>
              </a:ext>
            </a:extLst>
          </p:cNvPr>
          <p:cNvSpPr/>
          <p:nvPr/>
        </p:nvSpPr>
        <p:spPr>
          <a:xfrm>
            <a:off x="9250595" y="5781427"/>
            <a:ext cx="100168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A46"/>
                </a:solidFill>
              </a:rPr>
              <a:t>12 h history</a:t>
            </a:r>
            <a:endParaRPr lang="en-US" sz="1100" dirty="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8D444F4A-F80B-E35A-CDEC-0FDCBACC7AAD}"/>
              </a:ext>
            </a:extLst>
          </p:cNvPr>
          <p:cNvSpPr/>
          <p:nvPr/>
        </p:nvSpPr>
        <p:spPr>
          <a:xfrm>
            <a:off x="10002620" y="5773035"/>
            <a:ext cx="256903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67D5"/>
                </a:solidFill>
              </a:rPr>
              <a:t>→</a:t>
            </a:r>
            <a:endParaRPr lang="en-US" sz="1200" dirty="0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FD7AE983-AF43-7915-EC9F-676B5C711881}"/>
              </a:ext>
            </a:extLst>
          </p:cNvPr>
          <p:cNvSpPr/>
          <p:nvPr/>
        </p:nvSpPr>
        <p:spPr>
          <a:xfrm>
            <a:off x="10263403" y="5781427"/>
            <a:ext cx="100168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A46"/>
                </a:solidFill>
              </a:rPr>
              <a:t>+6 h target</a:t>
            </a:r>
            <a:endParaRPr lang="en-US" sz="1100" dirty="0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416BE091-EF34-E47B-57AC-14DC7A8AA932}"/>
              </a:ext>
            </a:extLst>
          </p:cNvPr>
          <p:cNvSpPr/>
          <p:nvPr/>
        </p:nvSpPr>
        <p:spPr>
          <a:xfrm>
            <a:off x="458422" y="817228"/>
            <a:ext cx="3922776" cy="3769976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" dist="2540" dir="27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42">
            <a:extLst>
              <a:ext uri="{FF2B5EF4-FFF2-40B4-BE49-F238E27FC236}">
                <a16:creationId xmlns:a16="http://schemas.microsoft.com/office/drawing/2014/main" id="{49789F2D-2D93-0013-BDB8-3CBCA7802926}"/>
              </a:ext>
            </a:extLst>
          </p:cNvPr>
          <p:cNvSpPr/>
          <p:nvPr/>
        </p:nvSpPr>
        <p:spPr>
          <a:xfrm>
            <a:off x="458422" y="4718658"/>
            <a:ext cx="3922776" cy="1399032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" dist="2540" dir="27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3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1D91-8A7E-43D0-2683-5389F23DC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C676429B-1D5C-4821-0699-0E546CFCC7B8}"/>
              </a:ext>
            </a:extLst>
          </p:cNvPr>
          <p:cNvSpPr/>
          <p:nvPr/>
        </p:nvSpPr>
        <p:spPr>
          <a:xfrm>
            <a:off x="372971" y="878728"/>
            <a:ext cx="3249676" cy="515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DF130-B565-6C4E-3AA8-30D431337AE0}"/>
              </a:ext>
            </a:extLst>
          </p:cNvPr>
          <p:cNvSpPr/>
          <p:nvPr/>
        </p:nvSpPr>
        <p:spPr>
          <a:xfrm>
            <a:off x="3728272" y="3969549"/>
            <a:ext cx="8132241" cy="20678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58D504-2979-568E-D7C1-6F47E09D7DFB}"/>
              </a:ext>
            </a:extLst>
          </p:cNvPr>
          <p:cNvSpPr/>
          <p:nvPr/>
        </p:nvSpPr>
        <p:spPr>
          <a:xfrm>
            <a:off x="3728272" y="1331920"/>
            <a:ext cx="8132241" cy="20678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01AD29A-A528-1C6F-34AD-9833A071875B}"/>
              </a:ext>
            </a:extLst>
          </p:cNvPr>
          <p:cNvSpPr/>
          <p:nvPr/>
        </p:nvSpPr>
        <p:spPr>
          <a:xfrm>
            <a:off x="3728272" y="3520987"/>
            <a:ext cx="8132241" cy="3485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ECBE0AD-7022-55C0-40A7-B6F17889A6C0}"/>
              </a:ext>
            </a:extLst>
          </p:cNvPr>
          <p:cNvSpPr/>
          <p:nvPr/>
        </p:nvSpPr>
        <p:spPr>
          <a:xfrm>
            <a:off x="3728272" y="878728"/>
            <a:ext cx="8123615" cy="3485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D2679DAE-963C-7559-1102-EE3F61AD7428}"/>
              </a:ext>
            </a:extLst>
          </p:cNvPr>
          <p:cNvSpPr/>
          <p:nvPr/>
        </p:nvSpPr>
        <p:spPr>
          <a:xfrm>
            <a:off x="475488" y="153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b="1" dirty="0">
                <a:solidFill>
                  <a:srgbClr val="16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Six-Hour Forecast Performance Across Model Families</a:t>
            </a:r>
            <a:endParaRPr lang="en-US" sz="23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AA8F5F9C-F53F-2406-01E4-AC5336887465}"/>
              </a:ext>
            </a:extLst>
          </p:cNvPr>
          <p:cNvSpPr/>
          <p:nvPr/>
        </p:nvSpPr>
        <p:spPr>
          <a:xfrm>
            <a:off x="493776" y="555528"/>
            <a:ext cx="10515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5E6A7D"/>
                </a:solidFill>
              </a:rPr>
              <a:t>Distributional performance and geographic reliability across the 45 selected Maharashtra grids</a:t>
            </a:r>
            <a:endParaRPr lang="en-US" sz="95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DEFAF792-9540-5F60-648C-7E65759518C9}"/>
              </a:ext>
            </a:extLst>
          </p:cNvPr>
          <p:cNvSpPr/>
          <p:nvPr/>
        </p:nvSpPr>
        <p:spPr>
          <a:xfrm>
            <a:off x="3844256" y="98755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60" dirty="0">
                <a:solidFill>
                  <a:srgbClr val="2167D5"/>
                </a:solidFill>
              </a:rPr>
              <a:t>CLASSICAL ML</a:t>
            </a:r>
            <a:endParaRPr lang="en-US" sz="12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3E43A5D8-2075-965C-8E59-7CB869BD013C}"/>
              </a:ext>
            </a:extLst>
          </p:cNvPr>
          <p:cNvSpPr/>
          <p:nvPr/>
        </p:nvSpPr>
        <p:spPr>
          <a:xfrm>
            <a:off x="5194680" y="1004336"/>
            <a:ext cx="5577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162A46"/>
                </a:solidFill>
              </a:rPr>
              <a:t>Linear Regression • Ridge • Random Forest • HistGradientBoosting • XGBoost</a:t>
            </a:r>
            <a:endParaRPr lang="en-US" sz="105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248AF662-B2FC-C625-30DA-2D4B4380487F}"/>
              </a:ext>
            </a:extLst>
          </p:cNvPr>
          <p:cNvSpPr/>
          <p:nvPr/>
        </p:nvSpPr>
        <p:spPr>
          <a:xfrm>
            <a:off x="8910160" y="996696"/>
            <a:ext cx="2788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b="1" dirty="0">
                <a:solidFill>
                  <a:srgbClr val="162A46"/>
                </a:solidFill>
              </a:rPr>
              <a:t>Primary: R²   |   Secondary: RMSE</a:t>
            </a:r>
            <a:endParaRPr lang="en-US" sz="10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53F08DDA-C574-176A-7098-6EDDBAA5BA7D}"/>
              </a:ext>
            </a:extLst>
          </p:cNvPr>
          <p:cNvSpPr/>
          <p:nvPr/>
        </p:nvSpPr>
        <p:spPr>
          <a:xfrm>
            <a:off x="3903312" y="1443164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202733"/>
                </a:solidFill>
              </a:rPr>
              <a:t>Across-model distributions</a:t>
            </a:r>
            <a:endParaRPr lang="en-US" sz="1050" dirty="0"/>
          </a:p>
        </p:txBody>
      </p:sp>
      <p:pic>
        <p:nvPicPr>
          <p:cNvPr id="33" name="Image 0">
            <a:extLst>
              <a:ext uri="{FF2B5EF4-FFF2-40B4-BE49-F238E27FC236}">
                <a16:creationId xmlns:a16="http://schemas.microsoft.com/office/drawing/2014/main" id="{8EC99FF7-0317-36FC-8C4F-870DEFFE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045" y="1621839"/>
            <a:ext cx="4282344" cy="1740575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C2C1C371-3B7E-6A9C-76FF-29DD96013C4E}"/>
              </a:ext>
            </a:extLst>
          </p:cNvPr>
          <p:cNvSpPr/>
          <p:nvPr/>
        </p:nvSpPr>
        <p:spPr>
          <a:xfrm>
            <a:off x="8362562" y="1434856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202733"/>
                </a:solidFill>
              </a:rPr>
              <a:t>Grid-level reliability</a:t>
            </a:r>
            <a:endParaRPr lang="en-US" sz="1050" dirty="0"/>
          </a:p>
        </p:txBody>
      </p:sp>
      <p:pic>
        <p:nvPicPr>
          <p:cNvPr id="36" name="Image 1">
            <a:extLst>
              <a:ext uri="{FF2B5EF4-FFF2-40B4-BE49-F238E27FC236}">
                <a16:creationId xmlns:a16="http://schemas.microsoft.com/office/drawing/2014/main" id="{C7F3E023-0469-A21D-0F59-414AFCB48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100" y="1597794"/>
            <a:ext cx="3499100" cy="1604101"/>
          </a:xfrm>
          <a:prstGeom prst="rect">
            <a:avLst/>
          </a:prstGeom>
        </p:spPr>
      </p:pic>
      <p:sp>
        <p:nvSpPr>
          <p:cNvPr id="37" name="Text 12">
            <a:extLst>
              <a:ext uri="{FF2B5EF4-FFF2-40B4-BE49-F238E27FC236}">
                <a16:creationId xmlns:a16="http://schemas.microsoft.com/office/drawing/2014/main" id="{A6B811F5-AF68-0CD0-2550-8B8CBF320754}"/>
              </a:ext>
            </a:extLst>
          </p:cNvPr>
          <p:cNvSpPr/>
          <p:nvPr/>
        </p:nvSpPr>
        <p:spPr>
          <a:xfrm>
            <a:off x="3841662" y="3630920"/>
            <a:ext cx="1426225" cy="11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60" dirty="0">
                <a:solidFill>
                  <a:srgbClr val="6F4BD8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64FFF11D-C6B3-038B-AFC3-B22C2A193807}"/>
              </a:ext>
            </a:extLst>
          </p:cNvPr>
          <p:cNvSpPr/>
          <p:nvPr/>
        </p:nvSpPr>
        <p:spPr>
          <a:xfrm>
            <a:off x="5157369" y="3641334"/>
            <a:ext cx="1435251" cy="7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62A46"/>
                </a:solidFill>
              </a:rPr>
              <a:t>Parameters</a:t>
            </a:r>
            <a:endParaRPr lang="en-US" sz="10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DD90CBF-89D0-4FD1-4445-598CE967176C}"/>
              </a:ext>
            </a:extLst>
          </p:cNvPr>
          <p:cNvSpPr/>
          <p:nvPr/>
        </p:nvSpPr>
        <p:spPr>
          <a:xfrm>
            <a:off x="5894018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MLP </a:t>
            </a:r>
            <a:r>
              <a:rPr lang="en-US" sz="1000" b="1" dirty="0">
                <a:solidFill>
                  <a:srgbClr val="162A46"/>
                </a:solidFill>
              </a:rPr>
              <a:t>39,169</a:t>
            </a:r>
            <a:endParaRPr lang="en-US" sz="1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9BA2B9B4-0871-03DB-DAD9-9DC9B524C189}"/>
              </a:ext>
            </a:extLst>
          </p:cNvPr>
          <p:cNvSpPr/>
          <p:nvPr/>
        </p:nvSpPr>
        <p:spPr>
          <a:xfrm>
            <a:off x="6916240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BiLSTM </a:t>
            </a:r>
            <a:r>
              <a:rPr lang="en-US" sz="1000" b="1" dirty="0">
                <a:solidFill>
                  <a:srgbClr val="162A46"/>
                </a:solidFill>
              </a:rPr>
              <a:t>30,017</a:t>
            </a:r>
            <a:endParaRPr lang="en-US" sz="100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CF376CE7-CECD-0EB4-FC45-23EFE012F562}"/>
              </a:ext>
            </a:extLst>
          </p:cNvPr>
          <p:cNvSpPr/>
          <p:nvPr/>
        </p:nvSpPr>
        <p:spPr>
          <a:xfrm>
            <a:off x="7850913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LSTM </a:t>
            </a:r>
            <a:r>
              <a:rPr lang="en-US" sz="1000" b="1" dirty="0">
                <a:solidFill>
                  <a:srgbClr val="162A46"/>
                </a:solidFill>
              </a:rPr>
              <a:t>24,129</a:t>
            </a:r>
            <a:endParaRPr lang="en-US" sz="10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165675D3-4F37-D422-F895-7668FFF96378}"/>
              </a:ext>
            </a:extLst>
          </p:cNvPr>
          <p:cNvSpPr/>
          <p:nvPr/>
        </p:nvSpPr>
        <p:spPr>
          <a:xfrm>
            <a:off x="8948499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CNN–LSTM </a:t>
            </a:r>
            <a:r>
              <a:rPr lang="en-US" sz="1000" b="1" dirty="0">
                <a:solidFill>
                  <a:srgbClr val="162A46"/>
                </a:solidFill>
              </a:rPr>
              <a:t>22,465</a:t>
            </a:r>
            <a:endParaRPr lang="en-US" sz="10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2643523F-32B8-8C4C-E643-C4ACB5870581}"/>
              </a:ext>
            </a:extLst>
          </p:cNvPr>
          <p:cNvSpPr/>
          <p:nvPr/>
        </p:nvSpPr>
        <p:spPr>
          <a:xfrm>
            <a:off x="9969446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TCN </a:t>
            </a:r>
            <a:r>
              <a:rPr lang="en-US" sz="1000" b="1" dirty="0">
                <a:solidFill>
                  <a:srgbClr val="162A46"/>
                </a:solidFill>
              </a:rPr>
              <a:t>19,425</a:t>
            </a:r>
            <a:endParaRPr lang="en-US" sz="10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0FAA715B-9F00-D1DD-AFFC-D21BB4726911}"/>
              </a:ext>
            </a:extLst>
          </p:cNvPr>
          <p:cNvSpPr/>
          <p:nvPr/>
        </p:nvSpPr>
        <p:spPr>
          <a:xfrm>
            <a:off x="10832841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GRU </a:t>
            </a:r>
            <a:r>
              <a:rPr lang="en-US" sz="1000" b="1" dirty="0">
                <a:solidFill>
                  <a:srgbClr val="162A46"/>
                </a:solidFill>
              </a:rPr>
              <a:t>18,625</a:t>
            </a:r>
            <a:endParaRPr lang="en-US" sz="1000" dirty="0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489D4B84-5048-D3FA-E69E-512D0AA81514}"/>
              </a:ext>
            </a:extLst>
          </p:cNvPr>
          <p:cNvSpPr/>
          <p:nvPr/>
        </p:nvSpPr>
        <p:spPr>
          <a:xfrm>
            <a:off x="3903312" y="408653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202733"/>
                </a:solidFill>
              </a:rPr>
              <a:t>Across-model test distributions</a:t>
            </a:r>
            <a:endParaRPr lang="en-US" sz="1050" dirty="0"/>
          </a:p>
        </p:txBody>
      </p:sp>
      <p:pic>
        <p:nvPicPr>
          <p:cNvPr id="46" name="Image 2">
            <a:extLst>
              <a:ext uri="{FF2B5EF4-FFF2-40B4-BE49-F238E27FC236}">
                <a16:creationId xmlns:a16="http://schemas.microsoft.com/office/drawing/2014/main" id="{C9616D2D-F99E-44C6-F8BA-0285D5E67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032" y="4314689"/>
            <a:ext cx="4216340" cy="1556736"/>
          </a:xfrm>
          <a:prstGeom prst="rect">
            <a:avLst/>
          </a:prstGeom>
        </p:spPr>
      </p:pic>
      <p:sp>
        <p:nvSpPr>
          <p:cNvPr id="47" name="Text 23">
            <a:extLst>
              <a:ext uri="{FF2B5EF4-FFF2-40B4-BE49-F238E27FC236}">
                <a16:creationId xmlns:a16="http://schemas.microsoft.com/office/drawing/2014/main" id="{D144ACE6-FCC4-3775-BD71-5F9A266BF649}"/>
              </a:ext>
            </a:extLst>
          </p:cNvPr>
          <p:cNvSpPr/>
          <p:nvPr/>
        </p:nvSpPr>
        <p:spPr>
          <a:xfrm>
            <a:off x="8362562" y="4078224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solidFill>
                  <a:srgbClr val="202733"/>
                </a:solidFill>
              </a:rPr>
              <a:t>Grid-level reliability</a:t>
            </a:r>
            <a:endParaRPr lang="en-US" sz="1050" dirty="0"/>
          </a:p>
        </p:txBody>
      </p:sp>
      <p:pic>
        <p:nvPicPr>
          <p:cNvPr id="49" name="Image 3">
            <a:extLst>
              <a:ext uri="{FF2B5EF4-FFF2-40B4-BE49-F238E27FC236}">
                <a16:creationId xmlns:a16="http://schemas.microsoft.com/office/drawing/2014/main" id="{9B8A0857-B949-89FB-6017-1235B7615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100" y="4251058"/>
            <a:ext cx="3528788" cy="1559643"/>
          </a:xfrm>
          <a:prstGeom prst="rect">
            <a:avLst/>
          </a:prstGeom>
        </p:spPr>
      </p:pic>
      <p:sp>
        <p:nvSpPr>
          <p:cNvPr id="51" name="Slide Number Placeholder 0">
            <a:extLst>
              <a:ext uri="{FF2B5EF4-FFF2-40B4-BE49-F238E27FC236}">
                <a16:creationId xmlns:a16="http://schemas.microsoft.com/office/drawing/2014/main" id="{67DD3118-AE88-D608-187A-A28C14A14A17}"/>
              </a:ext>
            </a:extLst>
          </p:cNvPr>
          <p:cNvSpPr>
            <a:spLocks noGrp="1"/>
          </p:cNvSpPr>
          <p:nvPr/>
        </p:nvSpPr>
        <p:spPr>
          <a:xfrm>
            <a:off x="5890359" y="6589697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lc="http://schemas.openxmlformats.org/drawingml/2006/lockedCanvas" xmlns:ma14="http://schemas.microsoft.com/office/mac/drawingml/2011/main" xmlns="" val="0"/>
            </a:ext>
          </a:extLst>
        </p:spPr>
        <p:txBody>
          <a:bodyPr lIns="0" tIns="0" rIns="0" bIns="0"/>
          <a:lstStyle>
            <a:lvl1pPr marL="0" algn="l" defTabSz="914400" rtl="0" eaLnBrk="1" latinLnBrk="0" hangingPunct="1">
              <a:defRPr sz="800" kern="1200">
                <a:solidFill>
                  <a:srgbClr val="6D748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b="0"/>
              <a:pPr algn="ctr"/>
              <a:t>2</a:t>
            </a:fld>
            <a:endParaRPr lang="en-US"/>
          </a:p>
        </p:txBody>
      </p:sp>
      <p:sp>
        <p:nvSpPr>
          <p:cNvPr id="22" name="Text 43">
            <a:extLst>
              <a:ext uri="{FF2B5EF4-FFF2-40B4-BE49-F238E27FC236}">
                <a16:creationId xmlns:a16="http://schemas.microsoft.com/office/drawing/2014/main" id="{3B7A715B-1361-DFB3-9572-2B462C8862E3}"/>
              </a:ext>
            </a:extLst>
          </p:cNvPr>
          <p:cNvSpPr/>
          <p:nvPr/>
        </p:nvSpPr>
        <p:spPr>
          <a:xfrm>
            <a:off x="611666" y="951852"/>
            <a:ext cx="124506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90" dirty="0">
                <a:solidFill>
                  <a:srgbClr val="2167D5"/>
                </a:solidFill>
              </a:rPr>
              <a:t>STUDY DOMAIN</a:t>
            </a:r>
            <a:endParaRPr lang="en-US" sz="950" dirty="0"/>
          </a:p>
        </p:txBody>
      </p:sp>
      <p:sp>
        <p:nvSpPr>
          <p:cNvPr id="24" name="Text 44">
            <a:extLst>
              <a:ext uri="{FF2B5EF4-FFF2-40B4-BE49-F238E27FC236}">
                <a16:creationId xmlns:a16="http://schemas.microsoft.com/office/drawing/2014/main" id="{A8ED18EC-9922-9CB4-BAB5-CA7A7056ACB3}"/>
              </a:ext>
            </a:extLst>
          </p:cNvPr>
          <p:cNvSpPr/>
          <p:nvPr/>
        </p:nvSpPr>
        <p:spPr>
          <a:xfrm>
            <a:off x="595307" y="1165549"/>
            <a:ext cx="2851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 dirty="0">
                <a:solidFill>
                  <a:srgbClr val="202733"/>
                </a:solidFill>
              </a:rPr>
              <a:t>Maharashtra grids :</a:t>
            </a:r>
            <a:endParaRPr lang="en-US" sz="1550" dirty="0"/>
          </a:p>
        </p:txBody>
      </p:sp>
      <p:pic>
        <p:nvPicPr>
          <p:cNvPr id="26" name="Image 2" descr="/mnt/data/4.png">
            <a:extLst>
              <a:ext uri="{FF2B5EF4-FFF2-40B4-BE49-F238E27FC236}">
                <a16:creationId xmlns:a16="http://schemas.microsoft.com/office/drawing/2014/main" id="{BDD80F4F-29D6-509E-F84D-5827355B4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19" y="1494892"/>
            <a:ext cx="3087197" cy="3265713"/>
          </a:xfrm>
          <a:prstGeom prst="rect">
            <a:avLst/>
          </a:prstGeom>
        </p:spPr>
      </p:pic>
      <p:sp>
        <p:nvSpPr>
          <p:cNvPr id="54" name="Text 45">
            <a:extLst>
              <a:ext uri="{FF2B5EF4-FFF2-40B4-BE49-F238E27FC236}">
                <a16:creationId xmlns:a16="http://schemas.microsoft.com/office/drawing/2014/main" id="{C9B80755-203B-30D9-495A-EF7D983ED52A}"/>
              </a:ext>
            </a:extLst>
          </p:cNvPr>
          <p:cNvSpPr/>
          <p:nvPr/>
        </p:nvSpPr>
        <p:spPr>
          <a:xfrm>
            <a:off x="567417" y="4970205"/>
            <a:ext cx="20483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2A46"/>
                </a:solidFill>
              </a:rPr>
              <a:t>Domain: 15–22°N, 70–78°E</a:t>
            </a:r>
            <a:endParaRPr lang="en-US" sz="1020" dirty="0"/>
          </a:p>
        </p:txBody>
      </p:sp>
      <p:sp>
        <p:nvSpPr>
          <p:cNvPr id="56" name="Text 46">
            <a:extLst>
              <a:ext uri="{FF2B5EF4-FFF2-40B4-BE49-F238E27FC236}">
                <a16:creationId xmlns:a16="http://schemas.microsoft.com/office/drawing/2014/main" id="{8D78F3DD-29FA-9629-D370-0524DABB9E7F}"/>
              </a:ext>
            </a:extLst>
          </p:cNvPr>
          <p:cNvSpPr/>
          <p:nvPr/>
        </p:nvSpPr>
        <p:spPr>
          <a:xfrm>
            <a:off x="571938" y="5196549"/>
            <a:ext cx="285160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6A7D"/>
                </a:solidFill>
              </a:rPr>
              <a:t>60 named locations → 45 unique nearest ERA5 grids</a:t>
            </a:r>
            <a:endParaRPr lang="en-US" sz="920" dirty="0"/>
          </a:p>
        </p:txBody>
      </p:sp>
      <p:sp>
        <p:nvSpPr>
          <p:cNvPr id="58" name="Shape 47">
            <a:extLst>
              <a:ext uri="{FF2B5EF4-FFF2-40B4-BE49-F238E27FC236}">
                <a16:creationId xmlns:a16="http://schemas.microsoft.com/office/drawing/2014/main" id="{CE8F8FAA-0555-38FE-4CEA-447E12802F94}"/>
              </a:ext>
            </a:extLst>
          </p:cNvPr>
          <p:cNvSpPr/>
          <p:nvPr/>
        </p:nvSpPr>
        <p:spPr>
          <a:xfrm>
            <a:off x="556043" y="5499805"/>
            <a:ext cx="2915868" cy="310896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 w="762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48">
            <a:extLst>
              <a:ext uri="{FF2B5EF4-FFF2-40B4-BE49-F238E27FC236}">
                <a16:creationId xmlns:a16="http://schemas.microsoft.com/office/drawing/2014/main" id="{70C1E641-FE4F-F9FB-E546-F7342A686AA1}"/>
              </a:ext>
            </a:extLst>
          </p:cNvPr>
          <p:cNvSpPr/>
          <p:nvPr/>
        </p:nvSpPr>
        <p:spPr>
          <a:xfrm>
            <a:off x="709864" y="5591245"/>
            <a:ext cx="262669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62A46"/>
                </a:solidFill>
              </a:rPr>
              <a:t>Gridwise training: independent parameters per location</a:t>
            </a:r>
            <a:endParaRPr lang="en-US" sz="870" dirty="0"/>
          </a:p>
        </p:txBody>
      </p:sp>
    </p:spTree>
    <p:extLst>
      <p:ext uri="{BB962C8B-B14F-4D97-AF65-F5344CB8AC3E}">
        <p14:creationId xmlns:p14="http://schemas.microsoft.com/office/powerpoint/2010/main" val="358771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93E383-7F09-5906-4722-DE0518975E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0" r="-279" b="10464"/>
          <a:stretch>
            <a:fillRect/>
          </a:stretch>
        </p:blipFill>
        <p:spPr>
          <a:xfrm>
            <a:off x="13997" y="0"/>
            <a:ext cx="12167481" cy="614039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6844D91-ED3D-1C90-16CE-A96158E95BC7}"/>
              </a:ext>
            </a:extLst>
          </p:cNvPr>
          <p:cNvSpPr/>
          <p:nvPr/>
        </p:nvSpPr>
        <p:spPr>
          <a:xfrm>
            <a:off x="475488" y="14429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Multi-Lead Results, Improvement Roadmap and RainVision Demo</a:t>
            </a:r>
            <a:endParaRPr lang="en-US" sz="2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1A534FA-FA33-AE6E-ABC5-3AED03814047}"/>
              </a:ext>
            </a:extLst>
          </p:cNvPr>
          <p:cNvSpPr/>
          <p:nvPr/>
        </p:nvSpPr>
        <p:spPr>
          <a:xfrm>
            <a:off x="493776" y="546634"/>
            <a:ext cx="1097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6A7D"/>
                </a:solidFill>
              </a:rPr>
              <a:t>From measured lead-time degradation to a deployable interface and the next step toward spatially coherent rainfall forecasts</a:t>
            </a:r>
            <a:endParaRPr lang="en-US" sz="93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0967B55-8939-3D53-222C-2CB3F2D4E807}"/>
              </a:ext>
            </a:extLst>
          </p:cNvPr>
          <p:cNvSpPr/>
          <p:nvPr/>
        </p:nvSpPr>
        <p:spPr>
          <a:xfrm>
            <a:off x="475488" y="859536"/>
            <a:ext cx="3675888" cy="347472"/>
          </a:xfrm>
          <a:prstGeom prst="roundRect">
            <a:avLst>
              <a:gd name="adj" fmla="val 10526"/>
            </a:avLst>
          </a:prstGeom>
          <a:solidFill>
            <a:srgbClr val="EEF5FD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48A7254-C092-128D-9F5C-C067BF3B56DE}"/>
              </a:ext>
            </a:extLst>
          </p:cNvPr>
          <p:cNvSpPr/>
          <p:nvPr/>
        </p:nvSpPr>
        <p:spPr>
          <a:xfrm>
            <a:off x="640080" y="960120"/>
            <a:ext cx="3346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167D5"/>
                </a:solidFill>
              </a:rPr>
              <a:t>1  MULTI-LEAD RESULTS</a:t>
            </a:r>
            <a:endParaRPr lang="en-US" sz="10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6F2CC6C-308B-81FC-39C9-1649EC73E3F4}"/>
              </a:ext>
            </a:extLst>
          </p:cNvPr>
          <p:cNvSpPr/>
          <p:nvPr/>
        </p:nvSpPr>
        <p:spPr>
          <a:xfrm>
            <a:off x="4261104" y="859536"/>
            <a:ext cx="3675888" cy="347472"/>
          </a:xfrm>
          <a:prstGeom prst="roundRect">
            <a:avLst>
              <a:gd name="adj" fmla="val 10526"/>
            </a:avLst>
          </a:prstGeom>
          <a:solidFill>
            <a:srgbClr val="EDF8F4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BD8174D-7454-B5B0-B2BF-52E28D3DF7DB}"/>
              </a:ext>
            </a:extLst>
          </p:cNvPr>
          <p:cNvSpPr/>
          <p:nvPr/>
        </p:nvSpPr>
        <p:spPr>
          <a:xfrm>
            <a:off x="4425696" y="960120"/>
            <a:ext cx="3346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178A67"/>
                </a:solidFill>
              </a:rPr>
              <a:t>2  IMPROVEMENT ROADMAP</a:t>
            </a:r>
            <a:endParaRPr lang="en-US" sz="10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8851FB8B-5257-C068-E85B-1FA7628A0C9B}"/>
              </a:ext>
            </a:extLst>
          </p:cNvPr>
          <p:cNvSpPr/>
          <p:nvPr/>
        </p:nvSpPr>
        <p:spPr>
          <a:xfrm>
            <a:off x="8046720" y="859536"/>
            <a:ext cx="3657600" cy="347472"/>
          </a:xfrm>
          <a:prstGeom prst="roundRect">
            <a:avLst>
              <a:gd name="adj" fmla="val 10526"/>
            </a:avLst>
          </a:prstGeom>
          <a:solidFill>
            <a:srgbClr val="F3F0FC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DCF6D18-BDFA-7863-FA73-5C0812C083F6}"/>
              </a:ext>
            </a:extLst>
          </p:cNvPr>
          <p:cNvSpPr/>
          <p:nvPr/>
        </p:nvSpPr>
        <p:spPr>
          <a:xfrm>
            <a:off x="8211312" y="960120"/>
            <a:ext cx="3328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6F4BD8"/>
                </a:solidFill>
              </a:rPr>
              <a:t>3  RAINVISION DASHBOARD</a:t>
            </a:r>
            <a:endParaRPr lang="en-US" sz="10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FD0EE8DC-2286-6421-9FD9-CFF56061334D}"/>
              </a:ext>
            </a:extLst>
          </p:cNvPr>
          <p:cNvSpPr/>
          <p:nvPr/>
        </p:nvSpPr>
        <p:spPr>
          <a:xfrm>
            <a:off x="475488" y="1316736"/>
            <a:ext cx="3675888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1F2A3A5-D17B-0DCE-B58A-A905E3A1B322}"/>
              </a:ext>
            </a:extLst>
          </p:cNvPr>
          <p:cNvSpPr/>
          <p:nvPr/>
        </p:nvSpPr>
        <p:spPr>
          <a:xfrm>
            <a:off x="658368" y="1435608"/>
            <a:ext cx="3310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02733"/>
                </a:solidFill>
              </a:rPr>
              <a:t>Performance across 1, 2, 3 and 6 h</a:t>
            </a:r>
            <a:endParaRPr lang="en-US" sz="1020" dirty="0"/>
          </a:p>
        </p:txBody>
      </p:sp>
      <p:pic>
        <p:nvPicPr>
          <p:cNvPr id="24" name="Image 0" descr="/mnt/data/crop3_1.png">
            <a:extLst>
              <a:ext uri="{FF2B5EF4-FFF2-40B4-BE49-F238E27FC236}">
                <a16:creationId xmlns:a16="http://schemas.microsoft.com/office/drawing/2014/main" id="{F48FD79E-5C4F-019F-73DA-84AC7EB37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12" y="1648920"/>
            <a:ext cx="3528713" cy="1349688"/>
          </a:xfrm>
          <a:prstGeom prst="rect">
            <a:avLst/>
          </a:prstGeom>
        </p:spPr>
      </p:pic>
      <p:sp>
        <p:nvSpPr>
          <p:cNvPr id="26" name="Text 10">
            <a:extLst>
              <a:ext uri="{FF2B5EF4-FFF2-40B4-BE49-F238E27FC236}">
                <a16:creationId xmlns:a16="http://schemas.microsoft.com/office/drawing/2014/main" id="{D23757E2-DF1F-2021-900A-FFD6163D9BAD}"/>
              </a:ext>
            </a:extLst>
          </p:cNvPr>
          <p:cNvSpPr/>
          <p:nvPr/>
        </p:nvSpPr>
        <p:spPr>
          <a:xfrm>
            <a:off x="685800" y="3127248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167D5"/>
                </a:solidFill>
              </a:rPr>
              <a:t>R² falls while RMSE rises with increasing lead time.</a:t>
            </a:r>
            <a:endParaRPr lang="en-US" sz="82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56157E3B-D099-43A6-4CD6-618ABC73F3D6}"/>
              </a:ext>
            </a:extLst>
          </p:cNvPr>
          <p:cNvSpPr/>
          <p:nvPr/>
        </p:nvSpPr>
        <p:spPr>
          <a:xfrm>
            <a:off x="475488" y="3438144"/>
            <a:ext cx="3675888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6E3C944D-9F44-DED3-4FEA-E416D5861525}"/>
              </a:ext>
            </a:extLst>
          </p:cNvPr>
          <p:cNvSpPr/>
          <p:nvPr/>
        </p:nvSpPr>
        <p:spPr>
          <a:xfrm>
            <a:off x="658368" y="3557016"/>
            <a:ext cx="3310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02733"/>
                </a:solidFill>
              </a:rPr>
              <a:t>R² variability across grid–model pairs</a:t>
            </a:r>
            <a:endParaRPr lang="en-US" sz="1020" dirty="0"/>
          </a:p>
        </p:txBody>
      </p:sp>
      <p:pic>
        <p:nvPicPr>
          <p:cNvPr id="32" name="Image 1" descr="/mnt/data/crop3_2.png">
            <a:extLst>
              <a:ext uri="{FF2B5EF4-FFF2-40B4-BE49-F238E27FC236}">
                <a16:creationId xmlns:a16="http://schemas.microsoft.com/office/drawing/2014/main" id="{746ED89F-1754-4FB4-72A8-20B17BD32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81" y="3724735"/>
            <a:ext cx="2732302" cy="1560497"/>
          </a:xfrm>
          <a:prstGeom prst="rect">
            <a:avLst/>
          </a:prstGeom>
        </p:spPr>
      </p:pic>
      <p:sp>
        <p:nvSpPr>
          <p:cNvPr id="34" name="Text 13">
            <a:extLst>
              <a:ext uri="{FF2B5EF4-FFF2-40B4-BE49-F238E27FC236}">
                <a16:creationId xmlns:a16="http://schemas.microsoft.com/office/drawing/2014/main" id="{50FFF10D-9A34-B96F-0643-428E3A382FEF}"/>
              </a:ext>
            </a:extLst>
          </p:cNvPr>
          <p:cNvSpPr/>
          <p:nvPr/>
        </p:nvSpPr>
        <p:spPr>
          <a:xfrm>
            <a:off x="676656" y="5340096"/>
            <a:ext cx="3273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167D5"/>
                </a:solidFill>
              </a:rPr>
              <a:t>Mean R²: 0.728 → 0.563 → 0.460 → 0.298</a:t>
            </a:r>
            <a:endParaRPr lang="en-US" sz="82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17F97232-8F65-B071-F8B9-133F3F2C7209}"/>
              </a:ext>
            </a:extLst>
          </p:cNvPr>
          <p:cNvSpPr/>
          <p:nvPr/>
        </p:nvSpPr>
        <p:spPr>
          <a:xfrm>
            <a:off x="475487" y="5669280"/>
            <a:ext cx="3636937" cy="438912"/>
          </a:xfrm>
          <a:prstGeom prst="roundRect">
            <a:avLst>
              <a:gd name="adj" fmla="val 8333"/>
            </a:avLst>
          </a:prstGeom>
          <a:solidFill>
            <a:srgbClr val="EEF5FD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6F463B19-F6AE-D9BD-8C5F-EE273311EC97}"/>
              </a:ext>
            </a:extLst>
          </p:cNvPr>
          <p:cNvSpPr/>
          <p:nvPr/>
        </p:nvSpPr>
        <p:spPr>
          <a:xfrm>
            <a:off x="749808" y="5769864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62A46"/>
                </a:solidFill>
              </a:rPr>
              <a:t>Interpretation: longer horizons amplify both forecast error and location-to-location uncertainty.</a:t>
            </a:r>
            <a:endParaRPr lang="en-US" sz="86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F1855E6B-4200-D8B4-A560-CE853A879925}"/>
              </a:ext>
            </a:extLst>
          </p:cNvPr>
          <p:cNvSpPr/>
          <p:nvPr/>
        </p:nvSpPr>
        <p:spPr>
          <a:xfrm>
            <a:off x="4261104" y="1316736"/>
            <a:ext cx="3675888" cy="4791456"/>
          </a:xfrm>
          <a:prstGeom prst="roundRect">
            <a:avLst>
              <a:gd name="adj" fmla="val 995"/>
            </a:avLst>
          </a:prstGeom>
          <a:solidFill>
            <a:srgbClr val="FBFCFD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640A8CEC-E09E-DD17-73E0-94CC52FAACC1}"/>
              </a:ext>
            </a:extLst>
          </p:cNvPr>
          <p:cNvSpPr/>
          <p:nvPr/>
        </p:nvSpPr>
        <p:spPr>
          <a:xfrm>
            <a:off x="4480560" y="1481328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EEF5FD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C034C6D0-E788-EDC7-1C98-BF12CCE427B4}"/>
              </a:ext>
            </a:extLst>
          </p:cNvPr>
          <p:cNvSpPr/>
          <p:nvPr/>
        </p:nvSpPr>
        <p:spPr>
          <a:xfrm>
            <a:off x="4645152" y="158191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2167D5"/>
                </a:solidFill>
              </a:rPr>
              <a:t>CURRENT LIMITATION</a:t>
            </a:r>
            <a:endParaRPr lang="en-US" sz="91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854DB98B-9ABB-6A40-6418-310BB695FFE3}"/>
              </a:ext>
            </a:extLst>
          </p:cNvPr>
          <p:cNvSpPr/>
          <p:nvPr/>
        </p:nvSpPr>
        <p:spPr>
          <a:xfrm>
            <a:off x="4645152" y="177393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Independent grid models capture temporal dependence only; neighbouring-grid interactions are not learned.</a:t>
            </a:r>
            <a:endParaRPr lang="en-US" sz="86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D0E2146D-1E7B-E303-4C33-094CDD48B488}"/>
              </a:ext>
            </a:extLst>
          </p:cNvPr>
          <p:cNvSpPr/>
          <p:nvPr/>
        </p:nvSpPr>
        <p:spPr>
          <a:xfrm>
            <a:off x="5925312" y="2217420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↓</a:t>
            </a:r>
            <a:endParaRPr lang="en-US" sz="150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B57EE59F-5F79-1BBC-901E-F5135E2519D3}"/>
              </a:ext>
            </a:extLst>
          </p:cNvPr>
          <p:cNvSpPr/>
          <p:nvPr/>
        </p:nvSpPr>
        <p:spPr>
          <a:xfrm>
            <a:off x="4480560" y="2368296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F4F7FB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F7FA6874-4794-3FD9-3BED-2B5B8C9B00C7}"/>
              </a:ext>
            </a:extLst>
          </p:cNvPr>
          <p:cNvSpPr/>
          <p:nvPr/>
        </p:nvSpPr>
        <p:spPr>
          <a:xfrm>
            <a:off x="4645152" y="246888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162A46"/>
                </a:solidFill>
              </a:rPr>
              <a:t>PHYSICAL REQUIREMENT</a:t>
            </a:r>
            <a:endParaRPr lang="en-US" sz="91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F2E1E79D-66EE-7008-7D15-9A041303A959}"/>
              </a:ext>
            </a:extLst>
          </p:cNvPr>
          <p:cNvSpPr/>
          <p:nvPr/>
        </p:nvSpPr>
        <p:spPr>
          <a:xfrm>
            <a:off x="4645152" y="266090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Rainfall is spatio-temporal. Motion, moisture transport and evolving rain fields require joint spatial–temporal context.</a:t>
            </a:r>
            <a:endParaRPr lang="en-US" sz="86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F6B29818-B2C4-2EBD-9C53-B39C9295DBC8}"/>
              </a:ext>
            </a:extLst>
          </p:cNvPr>
          <p:cNvSpPr/>
          <p:nvPr/>
        </p:nvSpPr>
        <p:spPr>
          <a:xfrm>
            <a:off x="5925312" y="3104388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↓</a:t>
            </a:r>
            <a:endParaRPr lang="en-US" sz="1500" dirty="0"/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4B094EA7-C472-2820-1D47-A0A31FC2C06B}"/>
              </a:ext>
            </a:extLst>
          </p:cNvPr>
          <p:cNvSpPr/>
          <p:nvPr/>
        </p:nvSpPr>
        <p:spPr>
          <a:xfrm>
            <a:off x="4480560" y="3255264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F3F0FC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5AB07D39-EB23-370D-9F31-491B697D3AF3}"/>
              </a:ext>
            </a:extLst>
          </p:cNvPr>
          <p:cNvSpPr/>
          <p:nvPr/>
        </p:nvSpPr>
        <p:spPr>
          <a:xfrm>
            <a:off x="4645152" y="335584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6F4BD8"/>
                </a:solidFill>
              </a:rPr>
              <a:t>MODEL DIRECTION</a:t>
            </a:r>
            <a:endParaRPr lang="en-US" sz="910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52E4BDF4-3F36-AB71-7460-C78D9AEB4354}"/>
              </a:ext>
            </a:extLst>
          </p:cNvPr>
          <p:cNvSpPr/>
          <p:nvPr/>
        </p:nvSpPr>
        <p:spPr>
          <a:xfrm>
            <a:off x="4645152" y="354787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Use ConvLSTM or related spatial sequence models to learn propagation and local spatial structure.</a:t>
            </a:r>
            <a:endParaRPr lang="en-US" sz="860" dirty="0"/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D1B86BA6-D4C6-9CA5-390C-AD225E77CC9F}"/>
              </a:ext>
            </a:extLst>
          </p:cNvPr>
          <p:cNvSpPr/>
          <p:nvPr/>
        </p:nvSpPr>
        <p:spPr>
          <a:xfrm>
            <a:off x="5925312" y="3991356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↓</a:t>
            </a:r>
            <a:endParaRPr lang="en-US" sz="1500" dirty="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1CF75311-956E-B507-C1CB-D9727EDEF4C6}"/>
              </a:ext>
            </a:extLst>
          </p:cNvPr>
          <p:cNvSpPr/>
          <p:nvPr/>
        </p:nvSpPr>
        <p:spPr>
          <a:xfrm>
            <a:off x="4480560" y="4142232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FFF8EE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29E6B534-7EAF-9505-7ECC-58833F14B450}"/>
              </a:ext>
            </a:extLst>
          </p:cNvPr>
          <p:cNvSpPr/>
          <p:nvPr/>
        </p:nvSpPr>
        <p:spPr>
          <a:xfrm>
            <a:off x="4645152" y="424281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D98A18"/>
                </a:solidFill>
              </a:rPr>
              <a:t>PRESENT CONSTRAINTS</a:t>
            </a:r>
            <a:endParaRPr lang="en-US" sz="910" dirty="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18462044-BFE2-33DA-94F0-044BB77EDE52}"/>
              </a:ext>
            </a:extLst>
          </p:cNvPr>
          <p:cNvSpPr/>
          <p:nvPr/>
        </p:nvSpPr>
        <p:spPr>
          <a:xfrm>
            <a:off x="4645152" y="44348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No GPU access for deeper models; 29 × 33 spatial grids may be too coarse for transport processes.</a:t>
            </a:r>
            <a:endParaRPr lang="en-US" sz="86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99933CB7-816D-3116-B1DA-0E79B75D0038}"/>
              </a:ext>
            </a:extLst>
          </p:cNvPr>
          <p:cNvSpPr/>
          <p:nvPr/>
        </p:nvSpPr>
        <p:spPr>
          <a:xfrm>
            <a:off x="5925312" y="48783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↓</a:t>
            </a:r>
            <a:endParaRPr lang="en-US" sz="1500" dirty="0"/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42D7E416-F1E7-12BB-729E-7686EF78B5C5}"/>
              </a:ext>
            </a:extLst>
          </p:cNvPr>
          <p:cNvSpPr/>
          <p:nvPr/>
        </p:nvSpPr>
        <p:spPr>
          <a:xfrm>
            <a:off x="4480560" y="5029200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EDF8F4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145EA26D-E9F2-4C6D-9105-98100402BD50}"/>
              </a:ext>
            </a:extLst>
          </p:cNvPr>
          <p:cNvSpPr/>
          <p:nvPr/>
        </p:nvSpPr>
        <p:spPr>
          <a:xfrm>
            <a:off x="4645152" y="512978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178A67"/>
                </a:solidFill>
              </a:rPr>
              <a:t>FEATURE ENGINEERING</a:t>
            </a:r>
            <a:endParaRPr lang="en-US" sz="910" dirty="0"/>
          </a:p>
        </p:txBody>
      </p:sp>
      <p:sp>
        <p:nvSpPr>
          <p:cNvPr id="78" name="Text 35">
            <a:extLst>
              <a:ext uri="{FF2B5EF4-FFF2-40B4-BE49-F238E27FC236}">
                <a16:creationId xmlns:a16="http://schemas.microsoft.com/office/drawing/2014/main" id="{9AA0B2E6-2043-821A-6BDA-4C0314796929}"/>
              </a:ext>
            </a:extLst>
          </p:cNvPr>
          <p:cNvSpPr/>
          <p:nvPr/>
        </p:nvSpPr>
        <p:spPr>
          <a:xfrm>
            <a:off x="4645152" y="532180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Gridwise feature engineering gave limited gains; reassess engineered predictors inside spatial models.</a:t>
            </a:r>
            <a:endParaRPr lang="en-US" sz="860" dirty="0"/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84484A98-BD6D-D154-8FBD-848635D3BDFB}"/>
              </a:ext>
            </a:extLst>
          </p:cNvPr>
          <p:cNvSpPr/>
          <p:nvPr/>
        </p:nvSpPr>
        <p:spPr>
          <a:xfrm>
            <a:off x="4590288" y="590401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8A67"/>
                </a:solidFill>
              </a:rPr>
              <a:t>Target: spatially coherent six-hour forecasts</a:t>
            </a:r>
            <a:endParaRPr lang="en-US" sz="920" dirty="0"/>
          </a:p>
        </p:txBody>
      </p:sp>
      <p:sp>
        <p:nvSpPr>
          <p:cNvPr id="82" name="Shape 37">
            <a:extLst>
              <a:ext uri="{FF2B5EF4-FFF2-40B4-BE49-F238E27FC236}">
                <a16:creationId xmlns:a16="http://schemas.microsoft.com/office/drawing/2014/main" id="{C3DAC4E3-A794-1B52-2E79-A614AF44FA37}"/>
              </a:ext>
            </a:extLst>
          </p:cNvPr>
          <p:cNvSpPr/>
          <p:nvPr/>
        </p:nvSpPr>
        <p:spPr>
          <a:xfrm>
            <a:off x="8046720" y="1316736"/>
            <a:ext cx="3657600" cy="2066544"/>
          </a:xfrm>
          <a:prstGeom prst="roundRect">
            <a:avLst>
              <a:gd name="adj" fmla="val 1770"/>
            </a:avLst>
          </a:prstGeom>
          <a:solidFill>
            <a:srgbClr val="F7F7FA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4" name="Text 38">
            <a:extLst>
              <a:ext uri="{FF2B5EF4-FFF2-40B4-BE49-F238E27FC236}">
                <a16:creationId xmlns:a16="http://schemas.microsoft.com/office/drawing/2014/main" id="{CDC14D3A-1AE9-64B7-9AF8-57E6963C62F0}"/>
              </a:ext>
            </a:extLst>
          </p:cNvPr>
          <p:cNvSpPr/>
          <p:nvPr/>
        </p:nvSpPr>
        <p:spPr>
          <a:xfrm>
            <a:off x="8229600" y="1405920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02733"/>
                </a:solidFill>
              </a:rPr>
              <a:t>Multi-lead classical dashboard</a:t>
            </a:r>
            <a:endParaRPr lang="en-US" sz="1020" dirty="0"/>
          </a:p>
        </p:txBody>
      </p:sp>
      <p:pic>
        <p:nvPicPr>
          <p:cNvPr id="86" name="Image 2" descr="/mnt/data/crop3_Multilead_Ratnagiri.png">
            <a:extLst>
              <a:ext uri="{FF2B5EF4-FFF2-40B4-BE49-F238E27FC236}">
                <a16:creationId xmlns:a16="http://schemas.microsoft.com/office/drawing/2014/main" id="{6527857D-E8D8-024B-0829-5AFBD8171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029" y="1614728"/>
            <a:ext cx="3092981" cy="1667849"/>
          </a:xfrm>
          <a:prstGeom prst="rect">
            <a:avLst/>
          </a:prstGeom>
        </p:spPr>
      </p:pic>
      <p:sp>
        <p:nvSpPr>
          <p:cNvPr id="88" name="Shape 39">
            <a:extLst>
              <a:ext uri="{FF2B5EF4-FFF2-40B4-BE49-F238E27FC236}">
                <a16:creationId xmlns:a16="http://schemas.microsoft.com/office/drawing/2014/main" id="{87AC7F16-350A-3300-1E14-49E933D4B902}"/>
              </a:ext>
            </a:extLst>
          </p:cNvPr>
          <p:cNvSpPr/>
          <p:nvPr/>
        </p:nvSpPr>
        <p:spPr>
          <a:xfrm>
            <a:off x="8046720" y="3483112"/>
            <a:ext cx="3657600" cy="1904208"/>
          </a:xfrm>
          <a:prstGeom prst="roundRect">
            <a:avLst>
              <a:gd name="adj" fmla="val 1951"/>
            </a:avLst>
          </a:prstGeom>
          <a:solidFill>
            <a:srgbClr val="F7F7FA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41F28457-02FD-89D7-C78A-58F138FC729B}"/>
              </a:ext>
            </a:extLst>
          </p:cNvPr>
          <p:cNvSpPr/>
          <p:nvPr/>
        </p:nvSpPr>
        <p:spPr>
          <a:xfrm>
            <a:off x="8229600" y="3542608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02733"/>
                </a:solidFill>
              </a:rPr>
              <a:t>Six-hour ML/DL dashboard</a:t>
            </a:r>
            <a:endParaRPr lang="en-US" sz="1020" dirty="0"/>
          </a:p>
        </p:txBody>
      </p:sp>
      <p:pic>
        <p:nvPicPr>
          <p:cNvPr id="92" name="Image 3" descr="/mnt/data/crop3_6hr_lead_Chiplun.png">
            <a:extLst>
              <a:ext uri="{FF2B5EF4-FFF2-40B4-BE49-F238E27FC236}">
                <a16:creationId xmlns:a16="http://schemas.microsoft.com/office/drawing/2014/main" id="{CB54D308-D48C-5369-783F-23CC974A1C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6699" y="3731623"/>
            <a:ext cx="3087744" cy="1583930"/>
          </a:xfrm>
          <a:prstGeom prst="rect">
            <a:avLst/>
          </a:prstGeom>
        </p:spPr>
      </p:pic>
      <p:sp>
        <p:nvSpPr>
          <p:cNvPr id="94" name="Shape 41">
            <a:extLst>
              <a:ext uri="{FF2B5EF4-FFF2-40B4-BE49-F238E27FC236}">
                <a16:creationId xmlns:a16="http://schemas.microsoft.com/office/drawing/2014/main" id="{B101AB98-E225-810E-62B1-E0446EEE2590}"/>
              </a:ext>
            </a:extLst>
          </p:cNvPr>
          <p:cNvSpPr/>
          <p:nvPr/>
        </p:nvSpPr>
        <p:spPr>
          <a:xfrm>
            <a:off x="8046720" y="5477256"/>
            <a:ext cx="3657600" cy="630936"/>
          </a:xfrm>
          <a:prstGeom prst="roundRect">
            <a:avLst>
              <a:gd name="adj" fmla="val 5797"/>
            </a:avLst>
          </a:prstGeom>
          <a:solidFill>
            <a:srgbClr val="F3F0FC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42">
            <a:extLst>
              <a:ext uri="{FF2B5EF4-FFF2-40B4-BE49-F238E27FC236}">
                <a16:creationId xmlns:a16="http://schemas.microsoft.com/office/drawing/2014/main" id="{82519D3F-C906-0FFC-EB2C-C1902ED99D64}"/>
              </a:ext>
            </a:extLst>
          </p:cNvPr>
          <p:cNvSpPr/>
          <p:nvPr/>
        </p:nvSpPr>
        <p:spPr>
          <a:xfrm>
            <a:off x="8229600" y="551996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6F4BD8"/>
                </a:solidFill>
              </a:rPr>
              <a:t>How the dashboard is used</a:t>
            </a:r>
            <a:endParaRPr lang="en-US" sz="920" dirty="0"/>
          </a:p>
        </p:txBody>
      </p:sp>
      <p:sp>
        <p:nvSpPr>
          <p:cNvPr id="98" name="Text 43">
            <a:extLst>
              <a:ext uri="{FF2B5EF4-FFF2-40B4-BE49-F238E27FC236}">
                <a16:creationId xmlns:a16="http://schemas.microsoft.com/office/drawing/2014/main" id="{12271CAF-CF44-D535-D69F-3F046BA1F1F9}"/>
              </a:ext>
            </a:extLst>
          </p:cNvPr>
          <p:cNvSpPr/>
          <p:nvPr/>
        </p:nvSpPr>
        <p:spPr>
          <a:xfrm>
            <a:off x="8180119" y="5669280"/>
            <a:ext cx="3246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202733"/>
                </a:solidFill>
              </a:rPr>
              <a:t>• Select location, issue time, lead and model.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02733"/>
                </a:solidFill>
              </a:rPr>
              <a:t>• Predict hourly rainfall as a regression value.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02733"/>
                </a:solidFill>
              </a:rPr>
              <a:t>• Convert the value to No, Light, Moderate, Heavy or Extremely Heavy Rain using thresholds.</a:t>
            </a:r>
            <a:endParaRPr lang="en-US" sz="700" dirty="0"/>
          </a:p>
        </p:txBody>
      </p:sp>
      <p:sp>
        <p:nvSpPr>
          <p:cNvPr id="100" name="Slide Number Placeholder 0">
            <a:extLst>
              <a:ext uri="{FF2B5EF4-FFF2-40B4-BE49-F238E27FC236}">
                <a16:creationId xmlns:a16="http://schemas.microsoft.com/office/drawing/2014/main" id="{5D308D62-6F5F-E531-44C5-6CE4DD4C21D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890677" y="6589507"/>
            <a:ext cx="228600" cy="165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480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2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57" name="Shape 29">
            <a:extLst>
              <a:ext uri="{FF2B5EF4-FFF2-40B4-BE49-F238E27FC236}">
                <a16:creationId xmlns:a16="http://schemas.microsoft.com/office/drawing/2014/main" id="{9D626B08-D2B0-BEED-9AA5-E22CC641437B}"/>
              </a:ext>
            </a:extLst>
          </p:cNvPr>
          <p:cNvSpPr/>
          <p:nvPr/>
        </p:nvSpPr>
        <p:spPr>
          <a:xfrm>
            <a:off x="685048" y="5836643"/>
            <a:ext cx="3337560" cy="329184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475488" y="153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16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Framing, ERA5 Inputs and Forecast Configuration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3776" y="555528"/>
            <a:ext cx="10789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A7D"/>
                </a:solidFill>
              </a:rPr>
              <a:t>Can standard ML/DL families learn a heterogeneous rainfall regime well enough to provide a useful 6-hour warning?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75488" y="864919"/>
            <a:ext cx="3794760" cy="5321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" dist="2540" dir="27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94944" y="1047799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80" dirty="0">
                <a:solidFill>
                  <a:srgbClr val="2167D5"/>
                </a:solidFill>
              </a:rPr>
              <a:t>RESEARCH STATEMENT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048" y="1194974"/>
            <a:ext cx="3297976" cy="3492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b="1" dirty="0">
                <a:solidFill>
                  <a:srgbClr val="202733"/>
                </a:solidFill>
              </a:rPr>
              <a:t>Predict grid-level rainfall 6 hours ahead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685048" y="1669077"/>
            <a:ext cx="3347456" cy="862939"/>
          </a:xfrm>
          <a:prstGeom prst="roundRect">
            <a:avLst>
              <a:gd name="adj" fmla="val 8000"/>
            </a:avLst>
          </a:prstGeom>
          <a:solidFill>
            <a:srgbClr val="F1F6FD"/>
          </a:solidFill>
          <a:ln w="10160">
            <a:solidFill>
              <a:srgbClr val="D7E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1664" y="1778805"/>
            <a:ext cx="3162952" cy="644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Positioning : Not a new architecture. A controlled test of model families under sharp topographic and rainfall variability as seen in the regions of Maharashtra.</a:t>
            </a:r>
            <a:endParaRPr lang="en-US" sz="1100">
              <a:solidFill>
                <a:srgbClr val="0020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04840" y="2603783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6F4BD8"/>
                </a:solidFill>
              </a:rPr>
              <a:t>ERA5 INPUT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4944" y="2812591"/>
            <a:ext cx="3337560" cy="329184"/>
          </a:xfrm>
          <a:prstGeom prst="rect">
            <a:avLst/>
          </a:prstGeom>
          <a:solidFill>
            <a:srgbClr val="F4F7FB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4672" y="2876599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Coverage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1609344" y="2867455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2016–2025, hourly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94944" y="3150919"/>
            <a:ext cx="3337560" cy="329184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" y="3214927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Domain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1609344" y="3205783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15–22°N, 70–78°E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94944" y="3489247"/>
            <a:ext cx="3337560" cy="329184"/>
          </a:xfrm>
          <a:prstGeom prst="rect">
            <a:avLst/>
          </a:prstGeom>
          <a:solidFill>
            <a:srgbClr val="F4F7FB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04672" y="3553255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Grid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1609344" y="3544111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0.25°; 29 × 33 = 957 cells/hour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94944" y="3827575"/>
            <a:ext cx="3337560" cy="438912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4672" y="3891583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Single level (10)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1609344" y="3882439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CAPE, sp, tcwv, msl, blh, tcc, u10, v10, t2m, d2m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94944" y="4275631"/>
            <a:ext cx="3337560" cy="438912"/>
          </a:xfrm>
          <a:prstGeom prst="rect">
            <a:avLst/>
          </a:prstGeom>
          <a:solidFill>
            <a:srgbClr val="F4F7FB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4672" y="4339639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Pressure level (5)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609344" y="4330495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w at 500 &amp; 700 hPa; u, v, q at 850 hPa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94944" y="4723687"/>
            <a:ext cx="3337560" cy="329184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4672" y="4787695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Target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1609344" y="4778551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Hourly total precipitation (tp)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94944" y="5062015"/>
            <a:ext cx="3337560" cy="438912"/>
          </a:xfrm>
          <a:prstGeom prst="rect">
            <a:avLst/>
          </a:prstGeom>
          <a:solidFill>
            <a:srgbClr val="F4F7FB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4672" y="5126023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Added predictors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1609344" y="5116879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733"/>
                </a:solidFill>
              </a:rPr>
              <a:t>Past rainfall + hour/doy sine–cosine encodings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94944" y="5510071"/>
            <a:ext cx="3337560" cy="329184"/>
          </a:xfrm>
          <a:prstGeom prst="rect">
            <a:avLst/>
          </a:prstGeom>
          <a:solidFill>
            <a:srgbClr val="FAFBFD"/>
          </a:solidFill>
          <a:ln w="508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04672" y="5574079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Final tensor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1609344" y="5564935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02733"/>
                </a:solidFill>
              </a:rPr>
              <a:t>X: (87672, 957, 20); y: (87672, 957)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9600" y="5958127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2A46"/>
                </a:solidFill>
              </a:rPr>
              <a:t>Temporal split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1629136" y="5948983"/>
            <a:ext cx="2267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78A67"/>
                </a:solidFill>
              </a:rPr>
              <a:t>Train 2016–22  |  Val 2023  |  Test 2024–25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4443984" y="864919"/>
            <a:ext cx="3154680" cy="5321808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" dist="2540" dir="27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1047799"/>
            <a:ext cx="2468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178A67"/>
                </a:solidFill>
              </a:rPr>
              <a:t>CONFIGURATION SENSITIVITY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63440" y="1255855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7D"/>
                </a:solidFill>
              </a:rPr>
              <a:t>XGBoost used as a fast diagnostic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23362" y="1498983"/>
            <a:ext cx="944088" cy="27344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733"/>
                </a:solidFill>
              </a:rPr>
              <a:t>Lead time</a:t>
            </a:r>
            <a:endParaRPr lang="en-US" sz="1150" dirty="0"/>
          </a:p>
        </p:txBody>
      </p:sp>
      <p:pic>
        <p:nvPicPr>
          <p:cNvPr id="40" name="Image 0" descr="/mnt/data/lead_sensitivity_recre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1848577"/>
            <a:ext cx="2761488" cy="1388532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709160" y="3324655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167D5"/>
                </a:solidFill>
              </a:rPr>
              <a:t>Skill declines substantially beyond 6 h</a:t>
            </a:r>
            <a:endParaRPr lang="en-US" sz="880" dirty="0"/>
          </a:p>
        </p:txBody>
      </p:sp>
      <p:sp>
        <p:nvSpPr>
          <p:cNvPr id="42" name="Text 39"/>
          <p:cNvSpPr/>
          <p:nvPr/>
        </p:nvSpPr>
        <p:spPr>
          <a:xfrm>
            <a:off x="5484817" y="3546487"/>
            <a:ext cx="1222168" cy="263552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733"/>
                </a:solidFill>
              </a:rPr>
              <a:t>History window</a:t>
            </a:r>
            <a:endParaRPr lang="en-US" sz="1150" dirty="0"/>
          </a:p>
        </p:txBody>
      </p:sp>
      <p:pic>
        <p:nvPicPr>
          <p:cNvPr id="43" name="Image 1" descr="/mnt/data/history_sensitivity_recre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3906536"/>
            <a:ext cx="2761488" cy="1387414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7781544" y="864919"/>
            <a:ext cx="3922776" cy="5321808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7620" dist="2540" dir="27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8019288" y="1047799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90" dirty="0">
                <a:solidFill>
                  <a:srgbClr val="2167D5"/>
                </a:solidFill>
              </a:rPr>
              <a:t>STUDY DOMAIN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8019288" y="1303831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 dirty="0">
                <a:solidFill>
                  <a:srgbClr val="202733"/>
                </a:solidFill>
              </a:rPr>
              <a:t>Maharashtra grids :</a:t>
            </a:r>
            <a:endParaRPr lang="en-US" sz="1550" dirty="0"/>
          </a:p>
        </p:txBody>
      </p:sp>
      <p:pic>
        <p:nvPicPr>
          <p:cNvPr id="49" name="Image 2" descr="/mnt/data/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727" y="1633174"/>
            <a:ext cx="3514304" cy="3265713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8046720" y="5108487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2A46"/>
                </a:solidFill>
              </a:rPr>
              <a:t>Domain: 15–22°N, 70–78°E</a:t>
            </a:r>
            <a:endParaRPr lang="en-US" sz="1020" dirty="0"/>
          </a:p>
        </p:txBody>
      </p:sp>
      <p:sp>
        <p:nvSpPr>
          <p:cNvPr id="51" name="Text 46"/>
          <p:cNvSpPr/>
          <p:nvPr/>
        </p:nvSpPr>
        <p:spPr>
          <a:xfrm>
            <a:off x="8046720" y="5334831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6A7D"/>
                </a:solidFill>
              </a:rPr>
              <a:t>60 named locations → 45 unique nearest ERA5 grids</a:t>
            </a:r>
            <a:endParaRPr lang="en-US" sz="920" dirty="0"/>
          </a:p>
        </p:txBody>
      </p:sp>
      <p:sp>
        <p:nvSpPr>
          <p:cNvPr id="52" name="Shape 47"/>
          <p:cNvSpPr/>
          <p:nvPr/>
        </p:nvSpPr>
        <p:spPr>
          <a:xfrm>
            <a:off x="8028432" y="5638087"/>
            <a:ext cx="3319272" cy="310896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 w="762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8"/>
          <p:cNvSpPr/>
          <p:nvPr/>
        </p:nvSpPr>
        <p:spPr>
          <a:xfrm>
            <a:off x="8193024" y="5729527"/>
            <a:ext cx="2990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62A46"/>
                </a:solidFill>
              </a:rPr>
              <a:t>Gridwise training: independent parameters per location</a:t>
            </a:r>
            <a:endParaRPr lang="en-US" sz="87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20047" y="65896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480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ED9E126D-061B-D281-5855-FD3909D4D6C9}"/>
              </a:ext>
            </a:extLst>
          </p:cNvPr>
          <p:cNvSpPr/>
          <p:nvPr/>
        </p:nvSpPr>
        <p:spPr>
          <a:xfrm>
            <a:off x="693440" y="1439725"/>
            <a:ext cx="3425635" cy="27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7D"/>
                </a:solidFill>
              </a:rPr>
              <a:t>using recent atmospheric state and rainfall history</a:t>
            </a:r>
            <a:endParaRPr lang="en-US" sz="1000" dirty="0"/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D588CA62-8EDC-A215-8118-40A881FBA396}"/>
              </a:ext>
            </a:extLst>
          </p:cNvPr>
          <p:cNvSpPr/>
          <p:nvPr/>
        </p:nvSpPr>
        <p:spPr>
          <a:xfrm>
            <a:off x="4818017" y="535335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2167D5"/>
                </a:solidFill>
              </a:rPr>
              <a:t>Most gain is captured by the first 12 hours</a:t>
            </a:r>
            <a:endParaRPr lang="en-US" sz="850" dirty="0">
              <a:solidFill>
                <a:srgbClr val="000000"/>
              </a:solidFill>
            </a:endParaRPr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5CC09C2F-3FAB-2004-7896-8DF1AB8CFDDD}"/>
              </a:ext>
            </a:extLst>
          </p:cNvPr>
          <p:cNvSpPr/>
          <p:nvPr/>
        </p:nvSpPr>
        <p:spPr>
          <a:xfrm>
            <a:off x="4911673" y="5565569"/>
            <a:ext cx="2260233" cy="522121"/>
          </a:xfrm>
          <a:prstGeom prst="roundRect">
            <a:avLst>
              <a:gd name="adj" fmla="val 2917"/>
            </a:avLst>
          </a:prstGeom>
          <a:solidFill>
            <a:srgbClr val="EEF5FD"/>
          </a:solidFill>
          <a:ln w="13970">
            <a:solidFill>
              <a:srgbClr val="C9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8D5DCAE4-896A-7E13-3FDD-314207D42738}"/>
              </a:ext>
            </a:extLst>
          </p:cNvPr>
          <p:cNvSpPr/>
          <p:nvPr/>
        </p:nvSpPr>
        <p:spPr>
          <a:xfrm>
            <a:off x="5138016" y="5578711"/>
            <a:ext cx="2161902" cy="24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90" dirty="0">
                <a:solidFill>
                  <a:srgbClr val="2167D5"/>
                </a:solidFill>
              </a:rPr>
              <a:t>SELECTED OPERATING POINT</a:t>
            </a:r>
            <a:endParaRPr lang="en-US" sz="900" dirty="0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5BD469-2103-F56B-DDF6-3AC6D3E8BCD9}"/>
              </a:ext>
            </a:extLst>
          </p:cNvPr>
          <p:cNvSpPr/>
          <p:nvPr/>
        </p:nvSpPr>
        <p:spPr>
          <a:xfrm>
            <a:off x="5166953" y="5835614"/>
            <a:ext cx="100168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A46"/>
                </a:solidFill>
              </a:rPr>
              <a:t>12 h history</a:t>
            </a:r>
            <a:endParaRPr lang="en-US" sz="1100" dirty="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446F3707-3962-EE28-3AF5-78EF27637AF5}"/>
              </a:ext>
            </a:extLst>
          </p:cNvPr>
          <p:cNvSpPr/>
          <p:nvPr/>
        </p:nvSpPr>
        <p:spPr>
          <a:xfrm>
            <a:off x="5918978" y="5827222"/>
            <a:ext cx="256903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67D5"/>
                </a:solidFill>
              </a:rPr>
              <a:t>→</a:t>
            </a:r>
            <a:endParaRPr lang="en-US" sz="1200" dirty="0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FC59501A-2AB4-2762-C2E1-C743263D3CE6}"/>
              </a:ext>
            </a:extLst>
          </p:cNvPr>
          <p:cNvSpPr/>
          <p:nvPr/>
        </p:nvSpPr>
        <p:spPr>
          <a:xfrm>
            <a:off x="6179761" y="5835614"/>
            <a:ext cx="100168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A46"/>
                </a:solidFill>
              </a:rPr>
              <a:t>+6 h target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7052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1C155C8-0293-5712-5776-C572EEB7A74E}"/>
              </a:ext>
            </a:extLst>
          </p:cNvPr>
          <p:cNvSpPr/>
          <p:nvPr/>
        </p:nvSpPr>
        <p:spPr>
          <a:xfrm>
            <a:off x="594378" y="3520987"/>
            <a:ext cx="10988429" cy="3485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26C217F-8EB6-F7D3-4510-81A10A8AEDC9}"/>
              </a:ext>
            </a:extLst>
          </p:cNvPr>
          <p:cNvSpPr/>
          <p:nvPr/>
        </p:nvSpPr>
        <p:spPr>
          <a:xfrm>
            <a:off x="594378" y="878728"/>
            <a:ext cx="10988429" cy="3485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1480F112-42A5-FE88-FE83-144AA053B8ED}"/>
              </a:ext>
            </a:extLst>
          </p:cNvPr>
          <p:cNvSpPr/>
          <p:nvPr/>
        </p:nvSpPr>
        <p:spPr>
          <a:xfrm>
            <a:off x="475488" y="153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b="1" dirty="0">
                <a:solidFill>
                  <a:srgbClr val="16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Six-Hour Forecast Performance Across Model Families</a:t>
            </a:r>
            <a:endParaRPr lang="en-US" sz="23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73679468-E196-6603-FB98-25D08E17BE33}"/>
              </a:ext>
            </a:extLst>
          </p:cNvPr>
          <p:cNvSpPr/>
          <p:nvPr/>
        </p:nvSpPr>
        <p:spPr>
          <a:xfrm>
            <a:off x="493776" y="555528"/>
            <a:ext cx="10515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5E6A7D"/>
                </a:solidFill>
              </a:rPr>
              <a:t>Distributional performance and geographic reliability across the 45 selected Maharashtra grids</a:t>
            </a:r>
            <a:endParaRPr lang="en-US" sz="95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2EFEC84E-6285-3B39-26F9-1E3BBA2A2078}"/>
              </a:ext>
            </a:extLst>
          </p:cNvPr>
          <p:cNvSpPr/>
          <p:nvPr/>
        </p:nvSpPr>
        <p:spPr>
          <a:xfrm>
            <a:off x="676656" y="98755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60" dirty="0">
                <a:solidFill>
                  <a:srgbClr val="2167D5"/>
                </a:solidFill>
              </a:rPr>
              <a:t>CLASSICAL ML</a:t>
            </a:r>
            <a:endParaRPr lang="en-US" sz="12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BCFB7E69-0AA2-7028-651C-5D01E0143761}"/>
              </a:ext>
            </a:extLst>
          </p:cNvPr>
          <p:cNvSpPr/>
          <p:nvPr/>
        </p:nvSpPr>
        <p:spPr>
          <a:xfrm>
            <a:off x="2176034" y="996696"/>
            <a:ext cx="5577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162A46"/>
                </a:solidFill>
              </a:rPr>
              <a:t>Linear Regression • Ridge • Random Forest • HistGradientBoosting • XGBoost</a:t>
            </a:r>
            <a:endParaRPr lang="en-US" sz="105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79D85CFB-3E11-B929-A8D6-60C8670EFBB0}"/>
              </a:ext>
            </a:extLst>
          </p:cNvPr>
          <p:cNvSpPr/>
          <p:nvPr/>
        </p:nvSpPr>
        <p:spPr>
          <a:xfrm>
            <a:off x="8641080" y="996696"/>
            <a:ext cx="2788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b="1" dirty="0">
                <a:solidFill>
                  <a:srgbClr val="162A46"/>
                </a:solidFill>
              </a:rPr>
              <a:t>Primary: R²   |   Secondary: RMSE</a:t>
            </a:r>
            <a:endParaRPr lang="en-US" sz="10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FCEE7B3F-92C5-578E-2C7F-C7DED5D9F0C6}"/>
              </a:ext>
            </a:extLst>
          </p:cNvPr>
          <p:cNvSpPr/>
          <p:nvPr/>
        </p:nvSpPr>
        <p:spPr>
          <a:xfrm>
            <a:off x="676656" y="1434856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202733"/>
                </a:solidFill>
              </a:rPr>
              <a:t>Across-model distributions</a:t>
            </a:r>
            <a:endParaRPr lang="en-US" sz="1050" dirty="0"/>
          </a:p>
        </p:txBody>
      </p:sp>
      <p:pic>
        <p:nvPicPr>
          <p:cNvPr id="33" name="Image 0">
            <a:extLst>
              <a:ext uri="{FF2B5EF4-FFF2-40B4-BE49-F238E27FC236}">
                <a16:creationId xmlns:a16="http://schemas.microsoft.com/office/drawing/2014/main" id="{D96E3AF2-E519-B421-F8BD-4B040992C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59" y="1596439"/>
            <a:ext cx="5856707" cy="1734866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EBBDEFDE-0555-DC8E-1FBE-42C363BBD9A5}"/>
              </a:ext>
            </a:extLst>
          </p:cNvPr>
          <p:cNvSpPr/>
          <p:nvPr/>
        </p:nvSpPr>
        <p:spPr>
          <a:xfrm>
            <a:off x="7653528" y="1434856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202733"/>
                </a:solidFill>
              </a:rPr>
              <a:t>Grid-level reliability</a:t>
            </a:r>
            <a:endParaRPr lang="en-US" sz="1050" dirty="0"/>
          </a:p>
        </p:txBody>
      </p:sp>
      <p:pic>
        <p:nvPicPr>
          <p:cNvPr id="36" name="Image 1">
            <a:extLst>
              <a:ext uri="{FF2B5EF4-FFF2-40B4-BE49-F238E27FC236}">
                <a16:creationId xmlns:a16="http://schemas.microsoft.com/office/drawing/2014/main" id="{8CBA37DE-2C08-A643-8630-11E969D85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832" y="1614728"/>
            <a:ext cx="3804288" cy="1744009"/>
          </a:xfrm>
          <a:prstGeom prst="rect">
            <a:avLst/>
          </a:prstGeom>
        </p:spPr>
      </p:pic>
      <p:sp>
        <p:nvSpPr>
          <p:cNvPr id="37" name="Text 12">
            <a:extLst>
              <a:ext uri="{FF2B5EF4-FFF2-40B4-BE49-F238E27FC236}">
                <a16:creationId xmlns:a16="http://schemas.microsoft.com/office/drawing/2014/main" id="{6000086C-E282-474D-2D45-2626AD8EF784}"/>
              </a:ext>
            </a:extLst>
          </p:cNvPr>
          <p:cNvSpPr/>
          <p:nvPr/>
        </p:nvSpPr>
        <p:spPr>
          <a:xfrm>
            <a:off x="656864" y="3630920"/>
            <a:ext cx="1426225" cy="11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60" dirty="0">
                <a:solidFill>
                  <a:srgbClr val="6F4BD8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19F0D8DA-0A26-A2BE-DD79-CB2D777CDC64}"/>
              </a:ext>
            </a:extLst>
          </p:cNvPr>
          <p:cNvSpPr/>
          <p:nvPr/>
        </p:nvSpPr>
        <p:spPr>
          <a:xfrm>
            <a:off x="2084713" y="3649960"/>
            <a:ext cx="1435251" cy="7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62A46"/>
                </a:solidFill>
              </a:rPr>
              <a:t>Trainable parameters</a:t>
            </a:r>
            <a:endParaRPr lang="en-US" sz="10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C69748D8-8C0A-C425-BBFE-3B305C0972FE}"/>
              </a:ext>
            </a:extLst>
          </p:cNvPr>
          <p:cNvSpPr/>
          <p:nvPr/>
        </p:nvSpPr>
        <p:spPr>
          <a:xfrm>
            <a:off x="3338946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MLP </a:t>
            </a:r>
            <a:r>
              <a:rPr lang="en-US" sz="1000" b="1" dirty="0">
                <a:solidFill>
                  <a:srgbClr val="162A46"/>
                </a:solidFill>
              </a:rPr>
              <a:t>39,169</a:t>
            </a:r>
            <a:endParaRPr lang="en-US" sz="1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B71E4FFB-F0E8-D1D6-8930-47EFF43DB9C7}"/>
              </a:ext>
            </a:extLst>
          </p:cNvPr>
          <p:cNvSpPr/>
          <p:nvPr/>
        </p:nvSpPr>
        <p:spPr>
          <a:xfrm>
            <a:off x="4671714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BiLSTM </a:t>
            </a:r>
            <a:r>
              <a:rPr lang="en-US" sz="1000" b="1" dirty="0">
                <a:solidFill>
                  <a:srgbClr val="162A46"/>
                </a:solidFill>
              </a:rPr>
              <a:t>30,017</a:t>
            </a:r>
            <a:endParaRPr lang="en-US" sz="100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52BEB1EE-28E7-985E-35A5-DB95A6EE5B2F}"/>
              </a:ext>
            </a:extLst>
          </p:cNvPr>
          <p:cNvSpPr/>
          <p:nvPr/>
        </p:nvSpPr>
        <p:spPr>
          <a:xfrm>
            <a:off x="5994584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LSTM </a:t>
            </a:r>
            <a:r>
              <a:rPr lang="en-US" sz="1000" b="1" dirty="0">
                <a:solidFill>
                  <a:srgbClr val="162A46"/>
                </a:solidFill>
              </a:rPr>
              <a:t>24,129</a:t>
            </a:r>
            <a:endParaRPr lang="en-US" sz="10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A19EBCC7-F324-C556-C3E8-592D8E13DD39}"/>
              </a:ext>
            </a:extLst>
          </p:cNvPr>
          <p:cNvSpPr/>
          <p:nvPr/>
        </p:nvSpPr>
        <p:spPr>
          <a:xfrm>
            <a:off x="7376833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CNN–LSTM </a:t>
            </a:r>
            <a:r>
              <a:rPr lang="en-US" sz="1000" b="1" dirty="0">
                <a:solidFill>
                  <a:srgbClr val="162A46"/>
                </a:solidFill>
              </a:rPr>
              <a:t>22,465</a:t>
            </a:r>
            <a:endParaRPr lang="en-US" sz="10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CBD4E897-FE41-A3F6-2238-4C8C01331AC8}"/>
              </a:ext>
            </a:extLst>
          </p:cNvPr>
          <p:cNvSpPr/>
          <p:nvPr/>
        </p:nvSpPr>
        <p:spPr>
          <a:xfrm>
            <a:off x="8699705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TCN </a:t>
            </a:r>
            <a:r>
              <a:rPr lang="en-US" sz="1000" b="1" dirty="0">
                <a:solidFill>
                  <a:srgbClr val="162A46"/>
                </a:solidFill>
              </a:rPr>
              <a:t>19,425</a:t>
            </a:r>
            <a:endParaRPr lang="en-US" sz="10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F27BE94F-42CC-BE97-C632-0CD9AEEA3B7F}"/>
              </a:ext>
            </a:extLst>
          </p:cNvPr>
          <p:cNvSpPr/>
          <p:nvPr/>
        </p:nvSpPr>
        <p:spPr>
          <a:xfrm>
            <a:off x="10072057" y="3621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6F4BD8"/>
                </a:solidFill>
              </a:rPr>
              <a:t>GRU </a:t>
            </a:r>
            <a:r>
              <a:rPr lang="en-US" sz="1000" b="1" dirty="0">
                <a:solidFill>
                  <a:srgbClr val="162A46"/>
                </a:solidFill>
              </a:rPr>
              <a:t>18,625</a:t>
            </a:r>
            <a:endParaRPr lang="en-US" sz="1000" dirty="0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D58540BD-0630-8FB6-C9B4-E68A8A5EFB3A}"/>
              </a:ext>
            </a:extLst>
          </p:cNvPr>
          <p:cNvSpPr/>
          <p:nvPr/>
        </p:nvSpPr>
        <p:spPr>
          <a:xfrm>
            <a:off x="676656" y="4078224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202733"/>
                </a:solidFill>
              </a:rPr>
              <a:t>Across-model test distributions</a:t>
            </a:r>
            <a:endParaRPr lang="en-US" sz="1050" dirty="0"/>
          </a:p>
        </p:txBody>
      </p:sp>
      <p:pic>
        <p:nvPicPr>
          <p:cNvPr id="46" name="Image 2">
            <a:extLst>
              <a:ext uri="{FF2B5EF4-FFF2-40B4-BE49-F238E27FC236}">
                <a16:creationId xmlns:a16="http://schemas.microsoft.com/office/drawing/2014/main" id="{6E296CCE-50AB-8029-5093-8D5B16B1D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71" y="4289288"/>
            <a:ext cx="5779011" cy="1556736"/>
          </a:xfrm>
          <a:prstGeom prst="rect">
            <a:avLst/>
          </a:prstGeom>
        </p:spPr>
      </p:pic>
      <p:sp>
        <p:nvSpPr>
          <p:cNvPr id="47" name="Text 23">
            <a:extLst>
              <a:ext uri="{FF2B5EF4-FFF2-40B4-BE49-F238E27FC236}">
                <a16:creationId xmlns:a16="http://schemas.microsoft.com/office/drawing/2014/main" id="{4E287114-6AEC-E5C7-EFF5-932F1AF49D4A}"/>
              </a:ext>
            </a:extLst>
          </p:cNvPr>
          <p:cNvSpPr/>
          <p:nvPr/>
        </p:nvSpPr>
        <p:spPr>
          <a:xfrm>
            <a:off x="7653528" y="4078224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solidFill>
                  <a:srgbClr val="202733"/>
                </a:solidFill>
              </a:rPr>
              <a:t>Grid-level reliability</a:t>
            </a:r>
            <a:endParaRPr lang="en-US" sz="105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B4DD23D6-F58D-B76F-5EA5-14EFF57C1F83}"/>
              </a:ext>
            </a:extLst>
          </p:cNvPr>
          <p:cNvSpPr/>
          <p:nvPr/>
        </p:nvSpPr>
        <p:spPr>
          <a:xfrm>
            <a:off x="10168128" y="4096512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800" dirty="0">
                <a:solidFill>
                  <a:srgbClr val="5E6A7D"/>
                </a:solidFill>
              </a:rPr>
              <a:t>Same 45 grids</a:t>
            </a:r>
            <a:endParaRPr lang="en-US" sz="800" dirty="0"/>
          </a:p>
        </p:txBody>
      </p:sp>
      <p:pic>
        <p:nvPicPr>
          <p:cNvPr id="49" name="Image 3">
            <a:extLst>
              <a:ext uri="{FF2B5EF4-FFF2-40B4-BE49-F238E27FC236}">
                <a16:creationId xmlns:a16="http://schemas.microsoft.com/office/drawing/2014/main" id="{2E2A3CE2-5F98-C914-7136-2F46B3263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832" y="4267992"/>
            <a:ext cx="3833976" cy="1694529"/>
          </a:xfrm>
          <a:prstGeom prst="rect">
            <a:avLst/>
          </a:prstGeom>
        </p:spPr>
      </p:pic>
      <p:sp>
        <p:nvSpPr>
          <p:cNvPr id="50" name="Text 26">
            <a:extLst>
              <a:ext uri="{FF2B5EF4-FFF2-40B4-BE49-F238E27FC236}">
                <a16:creationId xmlns:a16="http://schemas.microsoft.com/office/drawing/2014/main" id="{A2E6D064-7485-36DC-7A0F-41E0B33B6167}"/>
              </a:ext>
            </a:extLst>
          </p:cNvPr>
          <p:cNvSpPr/>
          <p:nvPr/>
        </p:nvSpPr>
        <p:spPr>
          <a:xfrm>
            <a:off x="673765" y="5972773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 b="1" dirty="0">
                <a:solidFill>
                  <a:srgbClr val="162A46"/>
                </a:solidFill>
              </a:rPr>
              <a:t>Result  •  Performance differences between architectures are modest relative to the persistent grid-to-grid variability.</a:t>
            </a:r>
            <a:endParaRPr lang="en-US" sz="920" dirty="0"/>
          </a:p>
        </p:txBody>
      </p:sp>
      <p:sp>
        <p:nvSpPr>
          <p:cNvPr id="51" name="Slide Number Placeholder 0">
            <a:extLst>
              <a:ext uri="{FF2B5EF4-FFF2-40B4-BE49-F238E27FC236}">
                <a16:creationId xmlns:a16="http://schemas.microsoft.com/office/drawing/2014/main" id="{C5196238-6A5D-E7D9-9826-0A714C47CF12}"/>
              </a:ext>
            </a:extLst>
          </p:cNvPr>
          <p:cNvSpPr>
            <a:spLocks noGrp="1"/>
          </p:cNvSpPr>
          <p:nvPr/>
        </p:nvSpPr>
        <p:spPr>
          <a:xfrm>
            <a:off x="5890359" y="6589697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lc="http://schemas.openxmlformats.org/drawingml/2006/lockedCanvas" xmlns:ma14="http://schemas.microsoft.com/office/mac/drawingml/2011/main" xmlns="" val="0"/>
            </a:ext>
          </a:extLst>
        </p:spPr>
        <p:txBody>
          <a:bodyPr lIns="0" tIns="0" rIns="0" bIns="0"/>
          <a:lstStyle>
            <a:lvl1pPr marL="0" algn="l" defTabSz="914400" rtl="0" eaLnBrk="1" latinLnBrk="0" hangingPunct="1">
              <a:defRPr sz="800" kern="1200">
                <a:solidFill>
                  <a:srgbClr val="6D748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b="0"/>
              <a:pPr algn="ctr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2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5D0B-25FA-3382-7214-E519226E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6E7B38-FE7F-59A6-5066-B5E3BA80E8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0" r="-279" b="10464"/>
          <a:stretch>
            <a:fillRect/>
          </a:stretch>
        </p:blipFill>
        <p:spPr>
          <a:xfrm>
            <a:off x="13997" y="0"/>
            <a:ext cx="12167481" cy="614039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6A78345-091A-33BF-017A-490E4BCD3FFF}"/>
              </a:ext>
            </a:extLst>
          </p:cNvPr>
          <p:cNvSpPr/>
          <p:nvPr/>
        </p:nvSpPr>
        <p:spPr>
          <a:xfrm>
            <a:off x="475488" y="14429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Multi-Lead Results, Improvement Roadmap and RainVision Demo</a:t>
            </a:r>
            <a:endParaRPr lang="en-US" sz="2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EEC7843-B49E-FB9A-6D79-300456B492CE}"/>
              </a:ext>
            </a:extLst>
          </p:cNvPr>
          <p:cNvSpPr/>
          <p:nvPr/>
        </p:nvSpPr>
        <p:spPr>
          <a:xfrm>
            <a:off x="493776" y="546634"/>
            <a:ext cx="1097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6A7D"/>
                </a:solidFill>
              </a:rPr>
              <a:t>From measured lead-time degradation to a deployable interface and the next step toward spatially coherent rainfall forecasts</a:t>
            </a:r>
            <a:endParaRPr lang="en-US" sz="93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5581B57-5C0E-6192-1F42-126C17C497A3}"/>
              </a:ext>
            </a:extLst>
          </p:cNvPr>
          <p:cNvSpPr/>
          <p:nvPr/>
        </p:nvSpPr>
        <p:spPr>
          <a:xfrm>
            <a:off x="475488" y="859536"/>
            <a:ext cx="3675888" cy="347472"/>
          </a:xfrm>
          <a:prstGeom prst="roundRect">
            <a:avLst>
              <a:gd name="adj" fmla="val 10526"/>
            </a:avLst>
          </a:prstGeom>
          <a:solidFill>
            <a:srgbClr val="EEF5FD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22B8BD8-D8E5-FABB-5880-667DB24E3D2D}"/>
              </a:ext>
            </a:extLst>
          </p:cNvPr>
          <p:cNvSpPr/>
          <p:nvPr/>
        </p:nvSpPr>
        <p:spPr>
          <a:xfrm>
            <a:off x="640080" y="960120"/>
            <a:ext cx="3346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167D5"/>
                </a:solidFill>
              </a:rPr>
              <a:t>1  MULTI-LEAD RESULTS</a:t>
            </a:r>
            <a:endParaRPr lang="en-US" sz="10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CB7667E6-6598-0F1A-8767-3EA8D4C79101}"/>
              </a:ext>
            </a:extLst>
          </p:cNvPr>
          <p:cNvSpPr/>
          <p:nvPr/>
        </p:nvSpPr>
        <p:spPr>
          <a:xfrm>
            <a:off x="4261104" y="859536"/>
            <a:ext cx="3675888" cy="347472"/>
          </a:xfrm>
          <a:prstGeom prst="roundRect">
            <a:avLst>
              <a:gd name="adj" fmla="val 10526"/>
            </a:avLst>
          </a:prstGeom>
          <a:solidFill>
            <a:srgbClr val="EDF8F4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35C4F1C-FC10-657A-6D44-3E92DDC2A314}"/>
              </a:ext>
            </a:extLst>
          </p:cNvPr>
          <p:cNvSpPr/>
          <p:nvPr/>
        </p:nvSpPr>
        <p:spPr>
          <a:xfrm>
            <a:off x="4425696" y="960120"/>
            <a:ext cx="3346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178A67"/>
                </a:solidFill>
              </a:rPr>
              <a:t>2  IMPROVEMENT ROADMAP</a:t>
            </a:r>
            <a:endParaRPr lang="en-US" sz="10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3D848F17-A9E7-C1BD-3663-A2B94B01B272}"/>
              </a:ext>
            </a:extLst>
          </p:cNvPr>
          <p:cNvSpPr/>
          <p:nvPr/>
        </p:nvSpPr>
        <p:spPr>
          <a:xfrm>
            <a:off x="8046720" y="859536"/>
            <a:ext cx="3657600" cy="347472"/>
          </a:xfrm>
          <a:prstGeom prst="roundRect">
            <a:avLst>
              <a:gd name="adj" fmla="val 10526"/>
            </a:avLst>
          </a:prstGeom>
          <a:solidFill>
            <a:srgbClr val="F3F0FC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7EF6473-4BB4-A260-C916-889CEB16805F}"/>
              </a:ext>
            </a:extLst>
          </p:cNvPr>
          <p:cNvSpPr/>
          <p:nvPr/>
        </p:nvSpPr>
        <p:spPr>
          <a:xfrm>
            <a:off x="8211312" y="960120"/>
            <a:ext cx="3328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6F4BD8"/>
                </a:solidFill>
              </a:rPr>
              <a:t>3  RAINVISION DASHBOARD</a:t>
            </a:r>
            <a:endParaRPr lang="en-US" sz="10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01707B6B-2D5A-BB95-C368-E65110734553}"/>
              </a:ext>
            </a:extLst>
          </p:cNvPr>
          <p:cNvSpPr/>
          <p:nvPr/>
        </p:nvSpPr>
        <p:spPr>
          <a:xfrm>
            <a:off x="475488" y="1316736"/>
            <a:ext cx="3675888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FC502AB-CEFE-AF67-0100-26F858A2BE16}"/>
              </a:ext>
            </a:extLst>
          </p:cNvPr>
          <p:cNvSpPr/>
          <p:nvPr/>
        </p:nvSpPr>
        <p:spPr>
          <a:xfrm>
            <a:off x="658368" y="1435608"/>
            <a:ext cx="3310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02733"/>
                </a:solidFill>
              </a:rPr>
              <a:t>Performance across 1, 2, 3 and 6 h</a:t>
            </a:r>
            <a:endParaRPr lang="en-US" sz="1020" dirty="0"/>
          </a:p>
        </p:txBody>
      </p:sp>
      <p:pic>
        <p:nvPicPr>
          <p:cNvPr id="24" name="Image 0" descr="/mnt/data/crop3_1.png">
            <a:extLst>
              <a:ext uri="{FF2B5EF4-FFF2-40B4-BE49-F238E27FC236}">
                <a16:creationId xmlns:a16="http://schemas.microsoft.com/office/drawing/2014/main" id="{328D02E3-D761-C22E-0BC5-331AF260B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12" y="1648920"/>
            <a:ext cx="3528713" cy="1349688"/>
          </a:xfrm>
          <a:prstGeom prst="rect">
            <a:avLst/>
          </a:prstGeom>
        </p:spPr>
      </p:pic>
      <p:sp>
        <p:nvSpPr>
          <p:cNvPr id="26" name="Text 10">
            <a:extLst>
              <a:ext uri="{FF2B5EF4-FFF2-40B4-BE49-F238E27FC236}">
                <a16:creationId xmlns:a16="http://schemas.microsoft.com/office/drawing/2014/main" id="{F8810F1D-4746-32F9-D709-3652D0409883}"/>
              </a:ext>
            </a:extLst>
          </p:cNvPr>
          <p:cNvSpPr/>
          <p:nvPr/>
        </p:nvSpPr>
        <p:spPr>
          <a:xfrm>
            <a:off x="685800" y="3127248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167D5"/>
                </a:solidFill>
              </a:rPr>
              <a:t>R² falls while RMSE rises with increasing lead time.</a:t>
            </a:r>
            <a:endParaRPr lang="en-US" sz="82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CCD39B4C-EE81-0BB2-2792-6F3437A2A6B2}"/>
              </a:ext>
            </a:extLst>
          </p:cNvPr>
          <p:cNvSpPr/>
          <p:nvPr/>
        </p:nvSpPr>
        <p:spPr>
          <a:xfrm>
            <a:off x="475488" y="3438144"/>
            <a:ext cx="3675888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B22B85BC-90F7-E075-028C-A7598E28936D}"/>
              </a:ext>
            </a:extLst>
          </p:cNvPr>
          <p:cNvSpPr/>
          <p:nvPr/>
        </p:nvSpPr>
        <p:spPr>
          <a:xfrm>
            <a:off x="658368" y="3557016"/>
            <a:ext cx="3310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02733"/>
                </a:solidFill>
              </a:rPr>
              <a:t>R² variability across grid–model pairs</a:t>
            </a:r>
            <a:endParaRPr lang="en-US" sz="1020" dirty="0"/>
          </a:p>
        </p:txBody>
      </p:sp>
      <p:pic>
        <p:nvPicPr>
          <p:cNvPr id="32" name="Image 1" descr="/mnt/data/crop3_2.png">
            <a:extLst>
              <a:ext uri="{FF2B5EF4-FFF2-40B4-BE49-F238E27FC236}">
                <a16:creationId xmlns:a16="http://schemas.microsoft.com/office/drawing/2014/main" id="{BE044672-C5B4-1EB4-288A-B37C357B1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81" y="3724735"/>
            <a:ext cx="2732302" cy="1560497"/>
          </a:xfrm>
          <a:prstGeom prst="rect">
            <a:avLst/>
          </a:prstGeom>
        </p:spPr>
      </p:pic>
      <p:sp>
        <p:nvSpPr>
          <p:cNvPr id="34" name="Text 13">
            <a:extLst>
              <a:ext uri="{FF2B5EF4-FFF2-40B4-BE49-F238E27FC236}">
                <a16:creationId xmlns:a16="http://schemas.microsoft.com/office/drawing/2014/main" id="{49C1358A-3CA1-1E3A-1680-0F8016879EA5}"/>
              </a:ext>
            </a:extLst>
          </p:cNvPr>
          <p:cNvSpPr/>
          <p:nvPr/>
        </p:nvSpPr>
        <p:spPr>
          <a:xfrm>
            <a:off x="676656" y="5340096"/>
            <a:ext cx="3273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167D5"/>
                </a:solidFill>
              </a:rPr>
              <a:t>Mean R²: 0.728 → 0.563 → 0.460 → 0.298</a:t>
            </a:r>
            <a:endParaRPr lang="en-US" sz="82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FB574FD1-300B-3FE2-6B62-778B3045CA4B}"/>
              </a:ext>
            </a:extLst>
          </p:cNvPr>
          <p:cNvSpPr/>
          <p:nvPr/>
        </p:nvSpPr>
        <p:spPr>
          <a:xfrm>
            <a:off x="475487" y="5669280"/>
            <a:ext cx="3636937" cy="438912"/>
          </a:xfrm>
          <a:prstGeom prst="roundRect">
            <a:avLst>
              <a:gd name="adj" fmla="val 8333"/>
            </a:avLst>
          </a:prstGeom>
          <a:solidFill>
            <a:srgbClr val="EEF5FD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6EDCE082-4CC5-57F1-FC0F-CF4827A2F213}"/>
              </a:ext>
            </a:extLst>
          </p:cNvPr>
          <p:cNvSpPr/>
          <p:nvPr/>
        </p:nvSpPr>
        <p:spPr>
          <a:xfrm>
            <a:off x="749808" y="5769864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62A46"/>
                </a:solidFill>
              </a:rPr>
              <a:t>Interpretation: longer horizons amplify both forecast error and location-to-location uncertainty.</a:t>
            </a:r>
            <a:endParaRPr lang="en-US" sz="86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F08B1344-E8FE-50E6-D496-42F17794EB13}"/>
              </a:ext>
            </a:extLst>
          </p:cNvPr>
          <p:cNvSpPr/>
          <p:nvPr/>
        </p:nvSpPr>
        <p:spPr>
          <a:xfrm>
            <a:off x="4261104" y="1316736"/>
            <a:ext cx="3675888" cy="4791456"/>
          </a:xfrm>
          <a:prstGeom prst="roundRect">
            <a:avLst>
              <a:gd name="adj" fmla="val 995"/>
            </a:avLst>
          </a:prstGeom>
          <a:solidFill>
            <a:srgbClr val="FBFCFD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132729DA-5A5E-FB1F-09A8-B8C5C5565138}"/>
              </a:ext>
            </a:extLst>
          </p:cNvPr>
          <p:cNvSpPr/>
          <p:nvPr/>
        </p:nvSpPr>
        <p:spPr>
          <a:xfrm>
            <a:off x="4480560" y="1481328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EEF5FD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40C8D0FB-4C74-F4FF-EC88-742CD55EF5F1}"/>
              </a:ext>
            </a:extLst>
          </p:cNvPr>
          <p:cNvSpPr/>
          <p:nvPr/>
        </p:nvSpPr>
        <p:spPr>
          <a:xfrm>
            <a:off x="4645152" y="158191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2167D5"/>
                </a:solidFill>
              </a:rPr>
              <a:t>CURRENT LIMITATION</a:t>
            </a:r>
            <a:endParaRPr lang="en-US" sz="91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70C27A42-2091-6938-F82C-91FAF0FC88B9}"/>
              </a:ext>
            </a:extLst>
          </p:cNvPr>
          <p:cNvSpPr/>
          <p:nvPr/>
        </p:nvSpPr>
        <p:spPr>
          <a:xfrm>
            <a:off x="4645152" y="177393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Independent grid models capture temporal dependence only; neighbouring-grid interactions are not learned.</a:t>
            </a:r>
            <a:endParaRPr lang="en-US" sz="86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9DBA5FB5-9352-4634-D7F2-82349C30B350}"/>
              </a:ext>
            </a:extLst>
          </p:cNvPr>
          <p:cNvSpPr/>
          <p:nvPr/>
        </p:nvSpPr>
        <p:spPr>
          <a:xfrm>
            <a:off x="5925312" y="2217420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↓</a:t>
            </a:r>
            <a:endParaRPr lang="en-US" sz="150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8439AD0D-C5DA-7886-D0FC-437741F9AE1B}"/>
              </a:ext>
            </a:extLst>
          </p:cNvPr>
          <p:cNvSpPr/>
          <p:nvPr/>
        </p:nvSpPr>
        <p:spPr>
          <a:xfrm>
            <a:off x="4480560" y="2368296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F4F7FB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9F420CC3-DE7A-FE7A-9827-B440E459FB7F}"/>
              </a:ext>
            </a:extLst>
          </p:cNvPr>
          <p:cNvSpPr/>
          <p:nvPr/>
        </p:nvSpPr>
        <p:spPr>
          <a:xfrm>
            <a:off x="4645152" y="246888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162A46"/>
                </a:solidFill>
              </a:rPr>
              <a:t>PHYSICAL REQUIREMENT</a:t>
            </a:r>
            <a:endParaRPr lang="en-US" sz="91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030D7B34-A2D5-C8FE-8B12-F1D7EBD7BAB4}"/>
              </a:ext>
            </a:extLst>
          </p:cNvPr>
          <p:cNvSpPr/>
          <p:nvPr/>
        </p:nvSpPr>
        <p:spPr>
          <a:xfrm>
            <a:off x="4645152" y="266090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Rainfall is spatio-temporal. Motion, moisture transport and evolving rain fields require joint spatial–temporal context.</a:t>
            </a:r>
            <a:endParaRPr lang="en-US" sz="86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CF6F8759-F616-2ECA-6D27-3BC92107967B}"/>
              </a:ext>
            </a:extLst>
          </p:cNvPr>
          <p:cNvSpPr/>
          <p:nvPr/>
        </p:nvSpPr>
        <p:spPr>
          <a:xfrm>
            <a:off x="5925312" y="3104388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↓</a:t>
            </a:r>
            <a:endParaRPr lang="en-US" sz="1500" dirty="0"/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6ED6859D-3741-7898-CDED-5F0C67B2A2EB}"/>
              </a:ext>
            </a:extLst>
          </p:cNvPr>
          <p:cNvSpPr/>
          <p:nvPr/>
        </p:nvSpPr>
        <p:spPr>
          <a:xfrm>
            <a:off x="4480560" y="3255264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F3F0FC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C3ACDBE5-A4B2-2A08-C709-BB7BAE301225}"/>
              </a:ext>
            </a:extLst>
          </p:cNvPr>
          <p:cNvSpPr/>
          <p:nvPr/>
        </p:nvSpPr>
        <p:spPr>
          <a:xfrm>
            <a:off x="4645152" y="335584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6F4BD8"/>
                </a:solidFill>
              </a:rPr>
              <a:t>MODEL DIRECTION</a:t>
            </a:r>
            <a:endParaRPr lang="en-US" sz="910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80F94733-0226-0FE0-0801-F439B9D3E046}"/>
              </a:ext>
            </a:extLst>
          </p:cNvPr>
          <p:cNvSpPr/>
          <p:nvPr/>
        </p:nvSpPr>
        <p:spPr>
          <a:xfrm>
            <a:off x="4645152" y="354787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Use ConvLSTM or related spatial sequence models to learn propagation and local spatial structure.</a:t>
            </a:r>
            <a:endParaRPr lang="en-US" sz="860" dirty="0"/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42CF8627-CDA4-57CE-0B46-AF732C880893}"/>
              </a:ext>
            </a:extLst>
          </p:cNvPr>
          <p:cNvSpPr/>
          <p:nvPr/>
        </p:nvSpPr>
        <p:spPr>
          <a:xfrm>
            <a:off x="5925312" y="3991356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↓</a:t>
            </a:r>
            <a:endParaRPr lang="en-US" sz="1500" dirty="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AC232F60-4D4F-47DE-2591-848008AE4D43}"/>
              </a:ext>
            </a:extLst>
          </p:cNvPr>
          <p:cNvSpPr/>
          <p:nvPr/>
        </p:nvSpPr>
        <p:spPr>
          <a:xfrm>
            <a:off x="4480560" y="4142232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FFF8EE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0D5B4296-E473-A0CB-62E3-9C1E924D4FF3}"/>
              </a:ext>
            </a:extLst>
          </p:cNvPr>
          <p:cNvSpPr/>
          <p:nvPr/>
        </p:nvSpPr>
        <p:spPr>
          <a:xfrm>
            <a:off x="4645152" y="424281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D98A18"/>
                </a:solidFill>
              </a:rPr>
              <a:t>PRESENT CONSTRAINTS</a:t>
            </a:r>
            <a:endParaRPr lang="en-US" sz="910" dirty="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80FC4C3F-1A76-9C5F-108B-A04F5EA917CB}"/>
              </a:ext>
            </a:extLst>
          </p:cNvPr>
          <p:cNvSpPr/>
          <p:nvPr/>
        </p:nvSpPr>
        <p:spPr>
          <a:xfrm>
            <a:off x="4645152" y="44348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No GPU access for deeper models; 29 × 33 spatial grids may be too coarse for transport processes.</a:t>
            </a:r>
            <a:endParaRPr lang="en-US" sz="86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ED72D939-8BEF-95FC-EB8F-6F37C9017E88}"/>
              </a:ext>
            </a:extLst>
          </p:cNvPr>
          <p:cNvSpPr/>
          <p:nvPr/>
        </p:nvSpPr>
        <p:spPr>
          <a:xfrm>
            <a:off x="5925312" y="48783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↓</a:t>
            </a:r>
            <a:endParaRPr lang="en-US" sz="1500" dirty="0"/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48F699C7-D8A6-B50E-7C05-E3C7EEEC8312}"/>
              </a:ext>
            </a:extLst>
          </p:cNvPr>
          <p:cNvSpPr/>
          <p:nvPr/>
        </p:nvSpPr>
        <p:spPr>
          <a:xfrm>
            <a:off x="4480560" y="5029200"/>
            <a:ext cx="3236976" cy="713232"/>
          </a:xfrm>
          <a:prstGeom prst="roundRect">
            <a:avLst>
              <a:gd name="adj" fmla="val 6410"/>
            </a:avLst>
          </a:prstGeom>
          <a:solidFill>
            <a:srgbClr val="EDF8F4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B4ACE985-FF27-B67F-4785-0CB2BA9F8B94}"/>
              </a:ext>
            </a:extLst>
          </p:cNvPr>
          <p:cNvSpPr/>
          <p:nvPr/>
        </p:nvSpPr>
        <p:spPr>
          <a:xfrm>
            <a:off x="4645152" y="512978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kern="0" spc="50" dirty="0">
                <a:solidFill>
                  <a:srgbClr val="178A67"/>
                </a:solidFill>
              </a:rPr>
              <a:t>FEATURE ENGINEERING</a:t>
            </a:r>
            <a:endParaRPr lang="en-US" sz="910" dirty="0"/>
          </a:p>
        </p:txBody>
      </p:sp>
      <p:sp>
        <p:nvSpPr>
          <p:cNvPr id="78" name="Text 35">
            <a:extLst>
              <a:ext uri="{FF2B5EF4-FFF2-40B4-BE49-F238E27FC236}">
                <a16:creationId xmlns:a16="http://schemas.microsoft.com/office/drawing/2014/main" id="{BCBD47CF-FA47-F7C2-2200-D663B16C5B1B}"/>
              </a:ext>
            </a:extLst>
          </p:cNvPr>
          <p:cNvSpPr/>
          <p:nvPr/>
        </p:nvSpPr>
        <p:spPr>
          <a:xfrm>
            <a:off x="4645152" y="532180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02733"/>
                </a:solidFill>
              </a:rPr>
              <a:t>Gridwise feature engineering gave limited gains; reassess engineered predictors inside spatial models.</a:t>
            </a:r>
            <a:endParaRPr lang="en-US" sz="860" dirty="0"/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916BA334-9231-6477-E0C9-08E8E2907F61}"/>
              </a:ext>
            </a:extLst>
          </p:cNvPr>
          <p:cNvSpPr/>
          <p:nvPr/>
        </p:nvSpPr>
        <p:spPr>
          <a:xfrm>
            <a:off x="4590288" y="590401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8A67"/>
                </a:solidFill>
              </a:rPr>
              <a:t>Target: spatially coherent six-hour forecasts</a:t>
            </a:r>
            <a:endParaRPr lang="en-US" sz="920" dirty="0"/>
          </a:p>
        </p:txBody>
      </p:sp>
      <p:sp>
        <p:nvSpPr>
          <p:cNvPr id="82" name="Shape 37">
            <a:extLst>
              <a:ext uri="{FF2B5EF4-FFF2-40B4-BE49-F238E27FC236}">
                <a16:creationId xmlns:a16="http://schemas.microsoft.com/office/drawing/2014/main" id="{8368801B-CF9F-751C-4E0D-3DB6EE138CAA}"/>
              </a:ext>
            </a:extLst>
          </p:cNvPr>
          <p:cNvSpPr/>
          <p:nvPr/>
        </p:nvSpPr>
        <p:spPr>
          <a:xfrm>
            <a:off x="8046720" y="1316736"/>
            <a:ext cx="3657600" cy="2066544"/>
          </a:xfrm>
          <a:prstGeom prst="roundRect">
            <a:avLst>
              <a:gd name="adj" fmla="val 1770"/>
            </a:avLst>
          </a:prstGeom>
          <a:solidFill>
            <a:srgbClr val="F7F7FA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4" name="Text 38">
            <a:extLst>
              <a:ext uri="{FF2B5EF4-FFF2-40B4-BE49-F238E27FC236}">
                <a16:creationId xmlns:a16="http://schemas.microsoft.com/office/drawing/2014/main" id="{3A16D875-3E64-3F1F-B577-A17DFB51BF9A}"/>
              </a:ext>
            </a:extLst>
          </p:cNvPr>
          <p:cNvSpPr/>
          <p:nvPr/>
        </p:nvSpPr>
        <p:spPr>
          <a:xfrm>
            <a:off x="8229600" y="1405920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02733"/>
                </a:solidFill>
              </a:rPr>
              <a:t>Multi-lead classical dashboard</a:t>
            </a:r>
            <a:endParaRPr lang="en-US" sz="1020" dirty="0"/>
          </a:p>
        </p:txBody>
      </p:sp>
      <p:pic>
        <p:nvPicPr>
          <p:cNvPr id="86" name="Image 2" descr="/mnt/data/crop3_Multilead_Ratnagiri.png">
            <a:extLst>
              <a:ext uri="{FF2B5EF4-FFF2-40B4-BE49-F238E27FC236}">
                <a16:creationId xmlns:a16="http://schemas.microsoft.com/office/drawing/2014/main" id="{EE0B5713-2B10-694F-8FD9-7785FE69B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029" y="1614728"/>
            <a:ext cx="3092981" cy="1667849"/>
          </a:xfrm>
          <a:prstGeom prst="rect">
            <a:avLst/>
          </a:prstGeom>
        </p:spPr>
      </p:pic>
      <p:sp>
        <p:nvSpPr>
          <p:cNvPr id="88" name="Shape 39">
            <a:extLst>
              <a:ext uri="{FF2B5EF4-FFF2-40B4-BE49-F238E27FC236}">
                <a16:creationId xmlns:a16="http://schemas.microsoft.com/office/drawing/2014/main" id="{7D5E5B72-2F71-639F-87A5-5A431CC168A6}"/>
              </a:ext>
            </a:extLst>
          </p:cNvPr>
          <p:cNvSpPr/>
          <p:nvPr/>
        </p:nvSpPr>
        <p:spPr>
          <a:xfrm>
            <a:off x="8046720" y="3483112"/>
            <a:ext cx="3657600" cy="1904208"/>
          </a:xfrm>
          <a:prstGeom prst="roundRect">
            <a:avLst>
              <a:gd name="adj" fmla="val 1951"/>
            </a:avLst>
          </a:prstGeom>
          <a:solidFill>
            <a:srgbClr val="F7F7FA"/>
          </a:solidFill>
          <a:ln w="10160">
            <a:solidFill>
              <a:schemeClr val="tx1"/>
            </a:solidFill>
            <a:prstDash val="solid"/>
          </a:ln>
          <a:effectLst>
            <a:outerShdw blurRad="5080" dist="1270" dir="27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AA1BB50F-6FCB-A3EA-C19F-3C045F1CB155}"/>
              </a:ext>
            </a:extLst>
          </p:cNvPr>
          <p:cNvSpPr/>
          <p:nvPr/>
        </p:nvSpPr>
        <p:spPr>
          <a:xfrm>
            <a:off x="8229600" y="3542608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02733"/>
                </a:solidFill>
              </a:rPr>
              <a:t>Six-hour ML/DL dashboard</a:t>
            </a:r>
            <a:endParaRPr lang="en-US" sz="1020" dirty="0"/>
          </a:p>
        </p:txBody>
      </p:sp>
      <p:pic>
        <p:nvPicPr>
          <p:cNvPr id="92" name="Image 3" descr="/mnt/data/crop3_6hr_lead_Chiplun.png">
            <a:extLst>
              <a:ext uri="{FF2B5EF4-FFF2-40B4-BE49-F238E27FC236}">
                <a16:creationId xmlns:a16="http://schemas.microsoft.com/office/drawing/2014/main" id="{8C22AA57-AD64-0B87-FD63-D29AA110F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6699" y="3731623"/>
            <a:ext cx="3087744" cy="1583930"/>
          </a:xfrm>
          <a:prstGeom prst="rect">
            <a:avLst/>
          </a:prstGeom>
        </p:spPr>
      </p:pic>
      <p:sp>
        <p:nvSpPr>
          <p:cNvPr id="94" name="Shape 41">
            <a:extLst>
              <a:ext uri="{FF2B5EF4-FFF2-40B4-BE49-F238E27FC236}">
                <a16:creationId xmlns:a16="http://schemas.microsoft.com/office/drawing/2014/main" id="{866C53DC-D2E4-DDBB-D3C4-E3ADE3DF6190}"/>
              </a:ext>
            </a:extLst>
          </p:cNvPr>
          <p:cNvSpPr/>
          <p:nvPr/>
        </p:nvSpPr>
        <p:spPr>
          <a:xfrm>
            <a:off x="8046720" y="5477256"/>
            <a:ext cx="3657600" cy="630936"/>
          </a:xfrm>
          <a:prstGeom prst="roundRect">
            <a:avLst>
              <a:gd name="adj" fmla="val 5797"/>
            </a:avLst>
          </a:prstGeom>
          <a:solidFill>
            <a:srgbClr val="F3F0FC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42">
            <a:extLst>
              <a:ext uri="{FF2B5EF4-FFF2-40B4-BE49-F238E27FC236}">
                <a16:creationId xmlns:a16="http://schemas.microsoft.com/office/drawing/2014/main" id="{0448A679-301A-EC19-0893-4D76725A991D}"/>
              </a:ext>
            </a:extLst>
          </p:cNvPr>
          <p:cNvSpPr/>
          <p:nvPr/>
        </p:nvSpPr>
        <p:spPr>
          <a:xfrm>
            <a:off x="8229600" y="551996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6F4BD8"/>
                </a:solidFill>
              </a:rPr>
              <a:t>How the dashboard is used</a:t>
            </a:r>
            <a:endParaRPr lang="en-US" sz="920" dirty="0"/>
          </a:p>
        </p:txBody>
      </p:sp>
      <p:sp>
        <p:nvSpPr>
          <p:cNvPr id="98" name="Text 43">
            <a:extLst>
              <a:ext uri="{FF2B5EF4-FFF2-40B4-BE49-F238E27FC236}">
                <a16:creationId xmlns:a16="http://schemas.microsoft.com/office/drawing/2014/main" id="{9DDBDD5E-5B88-FA2E-F36A-AE3D82DAD7E2}"/>
              </a:ext>
            </a:extLst>
          </p:cNvPr>
          <p:cNvSpPr/>
          <p:nvPr/>
        </p:nvSpPr>
        <p:spPr>
          <a:xfrm>
            <a:off x="8180119" y="5669280"/>
            <a:ext cx="3246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202733"/>
                </a:solidFill>
              </a:rPr>
              <a:t>• Select location, issue time, lead and model.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02733"/>
                </a:solidFill>
              </a:rPr>
              <a:t>• Predict hourly rainfall as a regression value.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02733"/>
                </a:solidFill>
              </a:rPr>
              <a:t>• Convert the value to No, Light, Moderate, Heavy or Extremely Heavy Rain using thresholds.</a:t>
            </a:r>
            <a:endParaRPr lang="en-US" sz="700" dirty="0"/>
          </a:p>
        </p:txBody>
      </p:sp>
      <p:sp>
        <p:nvSpPr>
          <p:cNvPr id="100" name="Slide Number Placeholder 0">
            <a:extLst>
              <a:ext uri="{FF2B5EF4-FFF2-40B4-BE49-F238E27FC236}">
                <a16:creationId xmlns:a16="http://schemas.microsoft.com/office/drawing/2014/main" id="{03C267CF-2115-3A80-69A7-D1A65F618F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890677" y="6589507"/>
            <a:ext cx="228600" cy="1651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480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37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1359</Words>
  <Application>Microsoft Office PowerPoint</Application>
  <PresentationFormat>Widescreen</PresentationFormat>
  <Paragraphs>188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Rainfall Prediction over Maharashtra</dc:title>
  <dc:subject>Six-hour rainfall prediction over Maharashtra</dc:subject>
  <dc:creator>Anunay Chandra</dc:creator>
  <cp:lastModifiedBy>Anunay Chandra</cp:lastModifiedBy>
  <cp:revision>248</cp:revision>
  <dcterms:created xsi:type="dcterms:W3CDTF">2026-09-01T13:29:22Z</dcterms:created>
  <dcterms:modified xsi:type="dcterms:W3CDTF">2026-09-01T18:01:02Z</dcterms:modified>
</cp:coreProperties>
</file>